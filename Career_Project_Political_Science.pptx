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2" r:id="rId8"/>
    <p:sldId id="263" r:id="rId9"/>
    <p:sldId id="269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8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7.svg"/><Relationship Id="rId5" Type="http://schemas.openxmlformats.org/officeDocument/2006/relationships/image" Target="../media/image1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8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7.svg"/><Relationship Id="rId5" Type="http://schemas.openxmlformats.org/officeDocument/2006/relationships/image" Target="../media/image1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818040-AB77-4C83-94B9-E33D99042E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F2CA1A6A-C98E-42C0-A7ED-BD801F02A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baseline="0" dirty="0"/>
            <a:t>•  Rodolfo “Rudy” Morales III</a:t>
          </a:r>
          <a:endParaRPr lang="en-US" b="1" dirty="0"/>
        </a:p>
      </dgm:t>
    </dgm:pt>
    <dgm:pt modelId="{5C35F0B6-6822-461F-B3CD-921DA316FCD5}" type="parTrans" cxnId="{1BBE99E3-ECF7-4D54-BF3B-D7991FDDB1E3}">
      <dgm:prSet/>
      <dgm:spPr/>
      <dgm:t>
        <a:bodyPr/>
        <a:lstStyle/>
        <a:p>
          <a:endParaRPr lang="en-US"/>
        </a:p>
      </dgm:t>
    </dgm:pt>
    <dgm:pt modelId="{E4A82556-FB15-4CD3-80E2-D3CFD0790FC2}" type="sibTrans" cxnId="{1BBE99E3-ECF7-4D54-BF3B-D7991FDDB1E3}">
      <dgm:prSet/>
      <dgm:spPr/>
      <dgm:t>
        <a:bodyPr/>
        <a:lstStyle/>
        <a:p>
          <a:endParaRPr lang="en-US"/>
        </a:p>
      </dgm:t>
    </dgm:pt>
    <dgm:pt modelId="{F7C332AE-34D5-46D9-9C8A-E6103EC981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baseline="0" dirty="0"/>
            <a:t>• </a:t>
          </a:r>
          <a:r>
            <a:rPr lang="en-US" b="1" dirty="0"/>
            <a:t>Lawyer for City of Laredo</a:t>
          </a:r>
        </a:p>
      </dgm:t>
    </dgm:pt>
    <dgm:pt modelId="{294788AC-9ACF-4B9B-B8FC-C3790872CA0C}" type="parTrans" cxnId="{223BDC00-34AF-4F55-91D5-B4E8B84A27FA}">
      <dgm:prSet/>
      <dgm:spPr/>
      <dgm:t>
        <a:bodyPr/>
        <a:lstStyle/>
        <a:p>
          <a:endParaRPr lang="en-US"/>
        </a:p>
      </dgm:t>
    </dgm:pt>
    <dgm:pt modelId="{E1ABD479-6C76-48CB-9E00-195BCA375B2A}" type="sibTrans" cxnId="{223BDC00-34AF-4F55-91D5-B4E8B84A27FA}">
      <dgm:prSet/>
      <dgm:spPr/>
      <dgm:t>
        <a:bodyPr/>
        <a:lstStyle/>
        <a:p>
          <a:endParaRPr lang="en-US"/>
        </a:p>
      </dgm:t>
    </dgm:pt>
    <dgm:pt modelId="{844CEC9B-D238-412B-8C7A-9FFE0A2D24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baseline="0" dirty="0"/>
            <a:t>• Awarded </a:t>
          </a:r>
          <a:r>
            <a:rPr lang="en-US" b="1" i="1" u="none" dirty="0"/>
            <a:t>“Professional of The Year” in </a:t>
          </a:r>
          <a:r>
            <a:rPr lang="en-US" b="1" dirty="0"/>
            <a:t>2015</a:t>
          </a:r>
        </a:p>
      </dgm:t>
    </dgm:pt>
    <dgm:pt modelId="{E081DD57-ABD4-4344-B842-235141E4C52B}" type="parTrans" cxnId="{551C935A-B226-4071-9340-8D2791AA4996}">
      <dgm:prSet/>
      <dgm:spPr/>
      <dgm:t>
        <a:bodyPr/>
        <a:lstStyle/>
        <a:p>
          <a:endParaRPr lang="en-US"/>
        </a:p>
      </dgm:t>
    </dgm:pt>
    <dgm:pt modelId="{20A27A69-4B8E-4341-A135-FFEFC74F1479}" type="sibTrans" cxnId="{551C935A-B226-4071-9340-8D2791AA4996}">
      <dgm:prSet/>
      <dgm:spPr/>
      <dgm:t>
        <a:bodyPr/>
        <a:lstStyle/>
        <a:p>
          <a:endParaRPr lang="en-US"/>
        </a:p>
      </dgm:t>
    </dgm:pt>
    <dgm:pt modelId="{B7DAD91A-20BB-4449-A299-050FAA65B78B}" type="pres">
      <dgm:prSet presAssocID="{91818040-AB77-4C83-94B9-E33D99042EE1}" presName="root" presStyleCnt="0">
        <dgm:presLayoutVars>
          <dgm:dir/>
          <dgm:resizeHandles val="exact"/>
        </dgm:presLayoutVars>
      </dgm:prSet>
      <dgm:spPr/>
    </dgm:pt>
    <dgm:pt modelId="{DB326FB2-EE49-4D31-929E-1F14EB3C7BA6}" type="pres">
      <dgm:prSet presAssocID="{F2CA1A6A-C98E-42C0-A7ED-BD801F02A9D2}" presName="compNode" presStyleCnt="0"/>
      <dgm:spPr/>
    </dgm:pt>
    <dgm:pt modelId="{7A068452-7297-4CF8-B78E-AC224DC22D89}" type="pres">
      <dgm:prSet presAssocID="{F2CA1A6A-C98E-42C0-A7ED-BD801F02A9D2}" presName="bgRect" presStyleLbl="bgShp" presStyleIdx="0" presStyleCnt="3"/>
      <dgm:spPr/>
    </dgm:pt>
    <dgm:pt modelId="{7CC3A4F2-0A27-444D-A19A-7C03A6639268}" type="pres">
      <dgm:prSet presAssocID="{F2CA1A6A-C98E-42C0-A7ED-BD801F02A9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terodactyl"/>
        </a:ext>
      </dgm:extLst>
    </dgm:pt>
    <dgm:pt modelId="{3AF62047-1AE0-42E3-9CF9-0423828144D5}" type="pres">
      <dgm:prSet presAssocID="{F2CA1A6A-C98E-42C0-A7ED-BD801F02A9D2}" presName="spaceRect" presStyleCnt="0"/>
      <dgm:spPr/>
    </dgm:pt>
    <dgm:pt modelId="{6D920204-4302-4A24-B90D-658321D1FA24}" type="pres">
      <dgm:prSet presAssocID="{F2CA1A6A-C98E-42C0-A7ED-BD801F02A9D2}" presName="parTx" presStyleLbl="revTx" presStyleIdx="0" presStyleCnt="3">
        <dgm:presLayoutVars>
          <dgm:chMax val="0"/>
          <dgm:chPref val="0"/>
        </dgm:presLayoutVars>
      </dgm:prSet>
      <dgm:spPr/>
    </dgm:pt>
    <dgm:pt modelId="{6C9B56BD-654B-40C7-A8D6-565EDC9398AA}" type="pres">
      <dgm:prSet presAssocID="{E4A82556-FB15-4CD3-80E2-D3CFD0790FC2}" presName="sibTrans" presStyleCnt="0"/>
      <dgm:spPr/>
    </dgm:pt>
    <dgm:pt modelId="{F78694AC-C54A-48A5-9BF9-D923D20421DA}" type="pres">
      <dgm:prSet presAssocID="{F7C332AE-34D5-46D9-9C8A-E6103EC981C5}" presName="compNode" presStyleCnt="0"/>
      <dgm:spPr/>
    </dgm:pt>
    <dgm:pt modelId="{1E515B33-1118-46A9-9547-A60424C8419C}" type="pres">
      <dgm:prSet presAssocID="{F7C332AE-34D5-46D9-9C8A-E6103EC981C5}" presName="bgRect" presStyleLbl="bgShp" presStyleIdx="1" presStyleCnt="3"/>
      <dgm:spPr>
        <a:solidFill>
          <a:schemeClr val="accent5">
            <a:lumMod val="60000"/>
            <a:lumOff val="40000"/>
          </a:schemeClr>
        </a:solidFill>
      </dgm:spPr>
    </dgm:pt>
    <dgm:pt modelId="{993798C4-CA19-42E1-BF11-0F50D2B29FF4}" type="pres">
      <dgm:prSet presAssocID="{F7C332AE-34D5-46D9-9C8A-E6103EC981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E8B9498-9524-42A5-ACB5-C4AF097AF4B0}" type="pres">
      <dgm:prSet presAssocID="{F7C332AE-34D5-46D9-9C8A-E6103EC981C5}" presName="spaceRect" presStyleCnt="0"/>
      <dgm:spPr/>
    </dgm:pt>
    <dgm:pt modelId="{9665E22C-9FB3-4412-8140-EE0A1974744A}" type="pres">
      <dgm:prSet presAssocID="{F7C332AE-34D5-46D9-9C8A-E6103EC981C5}" presName="parTx" presStyleLbl="revTx" presStyleIdx="1" presStyleCnt="3">
        <dgm:presLayoutVars>
          <dgm:chMax val="0"/>
          <dgm:chPref val="0"/>
        </dgm:presLayoutVars>
      </dgm:prSet>
      <dgm:spPr/>
    </dgm:pt>
    <dgm:pt modelId="{8A17FC7C-2AFC-4A56-BD46-FA121A57F0CF}" type="pres">
      <dgm:prSet presAssocID="{E1ABD479-6C76-48CB-9E00-195BCA375B2A}" presName="sibTrans" presStyleCnt="0"/>
      <dgm:spPr/>
    </dgm:pt>
    <dgm:pt modelId="{D0792BA0-D761-49D2-B5F2-3F739D6705E5}" type="pres">
      <dgm:prSet presAssocID="{844CEC9B-D238-412B-8C7A-9FFE0A2D24A1}" presName="compNode" presStyleCnt="0"/>
      <dgm:spPr/>
    </dgm:pt>
    <dgm:pt modelId="{15CFD876-8E66-41A9-BE76-1DD714E50AFF}" type="pres">
      <dgm:prSet presAssocID="{844CEC9B-D238-412B-8C7A-9FFE0A2D24A1}" presName="bgRect" presStyleLbl="bgShp" presStyleIdx="2" presStyleCnt="3"/>
      <dgm:spPr/>
    </dgm:pt>
    <dgm:pt modelId="{6D097917-CCD7-41B3-B94E-72BAE81DCA28}" type="pres">
      <dgm:prSet presAssocID="{844CEC9B-D238-412B-8C7A-9FFE0A2D24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7682E136-3C35-4B8E-A246-CB3975FB9921}" type="pres">
      <dgm:prSet presAssocID="{844CEC9B-D238-412B-8C7A-9FFE0A2D24A1}" presName="spaceRect" presStyleCnt="0"/>
      <dgm:spPr/>
    </dgm:pt>
    <dgm:pt modelId="{3C66D83A-FA58-4EB9-BA80-E06D918FA4C4}" type="pres">
      <dgm:prSet presAssocID="{844CEC9B-D238-412B-8C7A-9FFE0A2D24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23BDC00-34AF-4F55-91D5-B4E8B84A27FA}" srcId="{91818040-AB77-4C83-94B9-E33D99042EE1}" destId="{F7C332AE-34D5-46D9-9C8A-E6103EC981C5}" srcOrd="1" destOrd="0" parTransId="{294788AC-9ACF-4B9B-B8FC-C3790872CA0C}" sibTransId="{E1ABD479-6C76-48CB-9E00-195BCA375B2A}"/>
    <dgm:cxn modelId="{62329204-79B5-4932-98B7-9991763707FF}" type="presOf" srcId="{F7C332AE-34D5-46D9-9C8A-E6103EC981C5}" destId="{9665E22C-9FB3-4412-8140-EE0A1974744A}" srcOrd="0" destOrd="0" presId="urn:microsoft.com/office/officeart/2018/2/layout/IconVerticalSolidList"/>
    <dgm:cxn modelId="{1D56E23F-8B23-4013-AF0E-BDB6B1AE3179}" type="presOf" srcId="{91818040-AB77-4C83-94B9-E33D99042EE1}" destId="{B7DAD91A-20BB-4449-A299-050FAA65B78B}" srcOrd="0" destOrd="0" presId="urn:microsoft.com/office/officeart/2018/2/layout/IconVerticalSolidList"/>
    <dgm:cxn modelId="{B0E91571-4944-487F-9867-EF400B14B280}" type="presOf" srcId="{F2CA1A6A-C98E-42C0-A7ED-BD801F02A9D2}" destId="{6D920204-4302-4A24-B90D-658321D1FA24}" srcOrd="0" destOrd="0" presId="urn:microsoft.com/office/officeart/2018/2/layout/IconVerticalSolidList"/>
    <dgm:cxn modelId="{551C935A-B226-4071-9340-8D2791AA4996}" srcId="{91818040-AB77-4C83-94B9-E33D99042EE1}" destId="{844CEC9B-D238-412B-8C7A-9FFE0A2D24A1}" srcOrd="2" destOrd="0" parTransId="{E081DD57-ABD4-4344-B842-235141E4C52B}" sibTransId="{20A27A69-4B8E-4341-A135-FFEFC74F1479}"/>
    <dgm:cxn modelId="{9C879987-70EB-4271-82C3-8DC257A3D870}" type="presOf" srcId="{844CEC9B-D238-412B-8C7A-9FFE0A2D24A1}" destId="{3C66D83A-FA58-4EB9-BA80-E06D918FA4C4}" srcOrd="0" destOrd="0" presId="urn:microsoft.com/office/officeart/2018/2/layout/IconVerticalSolidList"/>
    <dgm:cxn modelId="{1BBE99E3-ECF7-4D54-BF3B-D7991FDDB1E3}" srcId="{91818040-AB77-4C83-94B9-E33D99042EE1}" destId="{F2CA1A6A-C98E-42C0-A7ED-BD801F02A9D2}" srcOrd="0" destOrd="0" parTransId="{5C35F0B6-6822-461F-B3CD-921DA316FCD5}" sibTransId="{E4A82556-FB15-4CD3-80E2-D3CFD0790FC2}"/>
    <dgm:cxn modelId="{14EC449D-0AC3-4A76-BB57-1603ABFAE3B9}" type="presParOf" srcId="{B7DAD91A-20BB-4449-A299-050FAA65B78B}" destId="{DB326FB2-EE49-4D31-929E-1F14EB3C7BA6}" srcOrd="0" destOrd="0" presId="urn:microsoft.com/office/officeart/2018/2/layout/IconVerticalSolidList"/>
    <dgm:cxn modelId="{8E738F9F-D812-4EE9-BAAE-C276E07216E1}" type="presParOf" srcId="{DB326FB2-EE49-4D31-929E-1F14EB3C7BA6}" destId="{7A068452-7297-4CF8-B78E-AC224DC22D89}" srcOrd="0" destOrd="0" presId="urn:microsoft.com/office/officeart/2018/2/layout/IconVerticalSolidList"/>
    <dgm:cxn modelId="{EC5CD7CB-3339-43C9-8F54-2171261C7511}" type="presParOf" srcId="{DB326FB2-EE49-4D31-929E-1F14EB3C7BA6}" destId="{7CC3A4F2-0A27-444D-A19A-7C03A6639268}" srcOrd="1" destOrd="0" presId="urn:microsoft.com/office/officeart/2018/2/layout/IconVerticalSolidList"/>
    <dgm:cxn modelId="{5E091D44-FA58-4CB3-B739-A2BEEA5B1588}" type="presParOf" srcId="{DB326FB2-EE49-4D31-929E-1F14EB3C7BA6}" destId="{3AF62047-1AE0-42E3-9CF9-0423828144D5}" srcOrd="2" destOrd="0" presId="urn:microsoft.com/office/officeart/2018/2/layout/IconVerticalSolidList"/>
    <dgm:cxn modelId="{E1FD251F-8CCC-47FA-86CA-A5A2368D36D5}" type="presParOf" srcId="{DB326FB2-EE49-4D31-929E-1F14EB3C7BA6}" destId="{6D920204-4302-4A24-B90D-658321D1FA24}" srcOrd="3" destOrd="0" presId="urn:microsoft.com/office/officeart/2018/2/layout/IconVerticalSolidList"/>
    <dgm:cxn modelId="{ED95C0F4-BCC3-4C4F-B33E-7E0601E7D056}" type="presParOf" srcId="{B7DAD91A-20BB-4449-A299-050FAA65B78B}" destId="{6C9B56BD-654B-40C7-A8D6-565EDC9398AA}" srcOrd="1" destOrd="0" presId="urn:microsoft.com/office/officeart/2018/2/layout/IconVerticalSolidList"/>
    <dgm:cxn modelId="{3A677DF6-38F3-4A08-BBF9-379D99CDB4D3}" type="presParOf" srcId="{B7DAD91A-20BB-4449-A299-050FAA65B78B}" destId="{F78694AC-C54A-48A5-9BF9-D923D20421DA}" srcOrd="2" destOrd="0" presId="urn:microsoft.com/office/officeart/2018/2/layout/IconVerticalSolidList"/>
    <dgm:cxn modelId="{B80148AD-762A-4D6E-87BA-F1E9AE4FBEF6}" type="presParOf" srcId="{F78694AC-C54A-48A5-9BF9-D923D20421DA}" destId="{1E515B33-1118-46A9-9547-A60424C8419C}" srcOrd="0" destOrd="0" presId="urn:microsoft.com/office/officeart/2018/2/layout/IconVerticalSolidList"/>
    <dgm:cxn modelId="{7B5AE5B6-E2C7-4BFB-AC02-60ADF52E2D36}" type="presParOf" srcId="{F78694AC-C54A-48A5-9BF9-D923D20421DA}" destId="{993798C4-CA19-42E1-BF11-0F50D2B29FF4}" srcOrd="1" destOrd="0" presId="urn:microsoft.com/office/officeart/2018/2/layout/IconVerticalSolidList"/>
    <dgm:cxn modelId="{87DB056D-2B9A-4EFE-A915-A4D35E08F939}" type="presParOf" srcId="{F78694AC-C54A-48A5-9BF9-D923D20421DA}" destId="{CE8B9498-9524-42A5-ACB5-C4AF097AF4B0}" srcOrd="2" destOrd="0" presId="urn:microsoft.com/office/officeart/2018/2/layout/IconVerticalSolidList"/>
    <dgm:cxn modelId="{3C9814D5-D03E-4929-99E7-553C12C8A15E}" type="presParOf" srcId="{F78694AC-C54A-48A5-9BF9-D923D20421DA}" destId="{9665E22C-9FB3-4412-8140-EE0A1974744A}" srcOrd="3" destOrd="0" presId="urn:microsoft.com/office/officeart/2018/2/layout/IconVerticalSolidList"/>
    <dgm:cxn modelId="{90ADF22B-E5DC-471A-93DA-8E49B0F3F688}" type="presParOf" srcId="{B7DAD91A-20BB-4449-A299-050FAA65B78B}" destId="{8A17FC7C-2AFC-4A56-BD46-FA121A57F0CF}" srcOrd="3" destOrd="0" presId="urn:microsoft.com/office/officeart/2018/2/layout/IconVerticalSolidList"/>
    <dgm:cxn modelId="{C083A1D9-A6F1-4EA2-95BF-5B39F53DDDA9}" type="presParOf" srcId="{B7DAD91A-20BB-4449-A299-050FAA65B78B}" destId="{D0792BA0-D761-49D2-B5F2-3F739D6705E5}" srcOrd="4" destOrd="0" presId="urn:microsoft.com/office/officeart/2018/2/layout/IconVerticalSolidList"/>
    <dgm:cxn modelId="{1F2E25DF-87C8-4584-9A04-2D6DBB141C51}" type="presParOf" srcId="{D0792BA0-D761-49D2-B5F2-3F739D6705E5}" destId="{15CFD876-8E66-41A9-BE76-1DD714E50AFF}" srcOrd="0" destOrd="0" presId="urn:microsoft.com/office/officeart/2018/2/layout/IconVerticalSolidList"/>
    <dgm:cxn modelId="{450A90A9-0F27-4AAF-A2C7-8CDC9787DFC2}" type="presParOf" srcId="{D0792BA0-D761-49D2-B5F2-3F739D6705E5}" destId="{6D097917-CCD7-41B3-B94E-72BAE81DCA28}" srcOrd="1" destOrd="0" presId="urn:microsoft.com/office/officeart/2018/2/layout/IconVerticalSolidList"/>
    <dgm:cxn modelId="{A41EE26D-2313-44E4-99C6-40C5C46E927F}" type="presParOf" srcId="{D0792BA0-D761-49D2-B5F2-3F739D6705E5}" destId="{7682E136-3C35-4B8E-A246-CB3975FB9921}" srcOrd="2" destOrd="0" presId="urn:microsoft.com/office/officeart/2018/2/layout/IconVerticalSolidList"/>
    <dgm:cxn modelId="{13AA74AC-BB10-4C31-916D-6F2B9CAA369A}" type="presParOf" srcId="{D0792BA0-D761-49D2-B5F2-3F739D6705E5}" destId="{3C66D83A-FA58-4EB9-BA80-E06D918FA4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F800F0-9C63-4B81-AC4A-A58F7DD5761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6B58D4-B98A-45C5-9146-36753FB7D1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 dirty="0"/>
            <a:t>He wanted to make a “</a:t>
          </a:r>
          <a:r>
            <a:rPr lang="en-US" i="1" baseline="0" dirty="0"/>
            <a:t>positive impact in [his] community and help people navigate complex legal issues.</a:t>
          </a:r>
          <a:r>
            <a:rPr lang="en-US" baseline="0" dirty="0"/>
            <a:t>”</a:t>
          </a:r>
          <a:endParaRPr lang="en-US" dirty="0"/>
        </a:p>
      </dgm:t>
    </dgm:pt>
    <dgm:pt modelId="{844A7FB8-8F6B-4393-82D3-6167687BD403}" type="parTrans" cxnId="{8482EDAE-E3EB-4753-B87F-A3679DC6ADDE}">
      <dgm:prSet/>
      <dgm:spPr/>
      <dgm:t>
        <a:bodyPr/>
        <a:lstStyle/>
        <a:p>
          <a:endParaRPr lang="en-US"/>
        </a:p>
      </dgm:t>
    </dgm:pt>
    <dgm:pt modelId="{73B6790C-94CF-492C-A45D-7657173DA287}" type="sibTrans" cxnId="{8482EDAE-E3EB-4753-B87F-A3679DC6ADDE}">
      <dgm:prSet/>
      <dgm:spPr/>
      <dgm:t>
        <a:bodyPr/>
        <a:lstStyle/>
        <a:p>
          <a:endParaRPr lang="en-US"/>
        </a:p>
      </dgm:t>
    </dgm:pt>
    <dgm:pt modelId="{7C18163A-27A3-43A3-851E-3110B202FA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Just like Rudy, I want to advocate for fairness for both myself and others.</a:t>
          </a:r>
        </a:p>
        <a:p>
          <a:pPr>
            <a:lnSpc>
              <a:spcPct val="100000"/>
            </a:lnSpc>
          </a:pPr>
          <a:r>
            <a:rPr lang="en-US" sz="1400" dirty="0"/>
            <a:t> I want to be able to represent myself and my company in court, and I want to have the safeguard of being able to work as an attorney if things go wrong</a:t>
          </a:r>
        </a:p>
      </dgm:t>
    </dgm:pt>
    <dgm:pt modelId="{E92E38D1-B33E-457A-B7CE-0ECBBBDD3C99}" type="parTrans" cxnId="{E537B742-EC54-49B2-A3CA-123A90F94AB6}">
      <dgm:prSet/>
      <dgm:spPr/>
      <dgm:t>
        <a:bodyPr/>
        <a:lstStyle/>
        <a:p>
          <a:endParaRPr lang="en-US"/>
        </a:p>
      </dgm:t>
    </dgm:pt>
    <dgm:pt modelId="{0C5CCCCF-1D5F-4853-B38E-5D3789206247}" type="sibTrans" cxnId="{E537B742-EC54-49B2-A3CA-123A90F94AB6}">
      <dgm:prSet/>
      <dgm:spPr/>
      <dgm:t>
        <a:bodyPr/>
        <a:lstStyle/>
        <a:p>
          <a:endParaRPr lang="en-US"/>
        </a:p>
      </dgm:t>
    </dgm:pt>
    <dgm:pt modelId="{12B3617D-3525-46B0-ACF8-8FD0315D43FE}" type="pres">
      <dgm:prSet presAssocID="{3CF800F0-9C63-4B81-AC4A-A58F7DD57619}" presName="root" presStyleCnt="0">
        <dgm:presLayoutVars>
          <dgm:dir/>
          <dgm:resizeHandles val="exact"/>
        </dgm:presLayoutVars>
      </dgm:prSet>
      <dgm:spPr/>
    </dgm:pt>
    <dgm:pt modelId="{EA30014A-15AA-4763-A154-1647A92B3F41}" type="pres">
      <dgm:prSet presAssocID="{216B58D4-B98A-45C5-9146-36753FB7D18D}" presName="compNode" presStyleCnt="0"/>
      <dgm:spPr/>
    </dgm:pt>
    <dgm:pt modelId="{A46CA04F-0CA1-44B8-BD8B-97C5355A2F5B}" type="pres">
      <dgm:prSet presAssocID="{216B58D4-B98A-45C5-9146-36753FB7D1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2D6E0E24-3D4C-4ABE-A43E-34F686D8F4B0}" type="pres">
      <dgm:prSet presAssocID="{216B58D4-B98A-45C5-9146-36753FB7D18D}" presName="spaceRect" presStyleCnt="0"/>
      <dgm:spPr/>
    </dgm:pt>
    <dgm:pt modelId="{A1127C76-6E41-432C-8F43-94E17945496D}" type="pres">
      <dgm:prSet presAssocID="{216B58D4-B98A-45C5-9146-36753FB7D18D}" presName="textRect" presStyleLbl="revTx" presStyleIdx="0" presStyleCnt="2">
        <dgm:presLayoutVars>
          <dgm:chMax val="1"/>
          <dgm:chPref val="1"/>
        </dgm:presLayoutVars>
      </dgm:prSet>
      <dgm:spPr/>
    </dgm:pt>
    <dgm:pt modelId="{0DFB9CCE-59E0-43EF-B7AE-C5AF9D48B83F}" type="pres">
      <dgm:prSet presAssocID="{73B6790C-94CF-492C-A45D-7657173DA287}" presName="sibTrans" presStyleCnt="0"/>
      <dgm:spPr/>
    </dgm:pt>
    <dgm:pt modelId="{8EEFBF51-1225-4F9C-9E17-87BDF4359A11}" type="pres">
      <dgm:prSet presAssocID="{7C18163A-27A3-43A3-851E-3110B202FAB2}" presName="compNode" presStyleCnt="0"/>
      <dgm:spPr/>
    </dgm:pt>
    <dgm:pt modelId="{809D13A0-96D2-47EB-B4C1-30138CDC8B99}" type="pres">
      <dgm:prSet presAssocID="{7C18163A-27A3-43A3-851E-3110B202FAB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344DBB80-F1C8-42BA-85F1-CA0612E04493}" type="pres">
      <dgm:prSet presAssocID="{7C18163A-27A3-43A3-851E-3110B202FAB2}" presName="spaceRect" presStyleCnt="0"/>
      <dgm:spPr/>
    </dgm:pt>
    <dgm:pt modelId="{4F426A92-9792-4DE2-83AC-9B118E01F19B}" type="pres">
      <dgm:prSet presAssocID="{7C18163A-27A3-43A3-851E-3110B202FAB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30B0512-7276-475D-A031-5D02F0D1F670}" type="presOf" srcId="{7C18163A-27A3-43A3-851E-3110B202FAB2}" destId="{4F426A92-9792-4DE2-83AC-9B118E01F19B}" srcOrd="0" destOrd="0" presId="urn:microsoft.com/office/officeart/2018/2/layout/IconLabelList"/>
    <dgm:cxn modelId="{4B48B929-D381-4678-B8F5-2AC7FD39138E}" type="presOf" srcId="{3CF800F0-9C63-4B81-AC4A-A58F7DD57619}" destId="{12B3617D-3525-46B0-ACF8-8FD0315D43FE}" srcOrd="0" destOrd="0" presId="urn:microsoft.com/office/officeart/2018/2/layout/IconLabelList"/>
    <dgm:cxn modelId="{E537B742-EC54-49B2-A3CA-123A90F94AB6}" srcId="{3CF800F0-9C63-4B81-AC4A-A58F7DD57619}" destId="{7C18163A-27A3-43A3-851E-3110B202FAB2}" srcOrd="1" destOrd="0" parTransId="{E92E38D1-B33E-457A-B7CE-0ECBBBDD3C99}" sibTransId="{0C5CCCCF-1D5F-4853-B38E-5D3789206247}"/>
    <dgm:cxn modelId="{8482EDAE-E3EB-4753-B87F-A3679DC6ADDE}" srcId="{3CF800F0-9C63-4B81-AC4A-A58F7DD57619}" destId="{216B58D4-B98A-45C5-9146-36753FB7D18D}" srcOrd="0" destOrd="0" parTransId="{844A7FB8-8F6B-4393-82D3-6167687BD403}" sibTransId="{73B6790C-94CF-492C-A45D-7657173DA287}"/>
    <dgm:cxn modelId="{DA8DCCBB-D1F7-48DB-839B-270B3DD04834}" type="presOf" srcId="{216B58D4-B98A-45C5-9146-36753FB7D18D}" destId="{A1127C76-6E41-432C-8F43-94E17945496D}" srcOrd="0" destOrd="0" presId="urn:microsoft.com/office/officeart/2018/2/layout/IconLabelList"/>
    <dgm:cxn modelId="{9451D418-587C-420F-B1F3-8AAE20191012}" type="presParOf" srcId="{12B3617D-3525-46B0-ACF8-8FD0315D43FE}" destId="{EA30014A-15AA-4763-A154-1647A92B3F41}" srcOrd="0" destOrd="0" presId="urn:microsoft.com/office/officeart/2018/2/layout/IconLabelList"/>
    <dgm:cxn modelId="{83ED0196-3AA4-4058-9134-E994062ED107}" type="presParOf" srcId="{EA30014A-15AA-4763-A154-1647A92B3F41}" destId="{A46CA04F-0CA1-44B8-BD8B-97C5355A2F5B}" srcOrd="0" destOrd="0" presId="urn:microsoft.com/office/officeart/2018/2/layout/IconLabelList"/>
    <dgm:cxn modelId="{D70365ED-F6F0-4B3B-A722-A1930E4368D5}" type="presParOf" srcId="{EA30014A-15AA-4763-A154-1647A92B3F41}" destId="{2D6E0E24-3D4C-4ABE-A43E-34F686D8F4B0}" srcOrd="1" destOrd="0" presId="urn:microsoft.com/office/officeart/2018/2/layout/IconLabelList"/>
    <dgm:cxn modelId="{ED2982A9-3303-40CB-867F-9F75D2FB2EBB}" type="presParOf" srcId="{EA30014A-15AA-4763-A154-1647A92B3F41}" destId="{A1127C76-6E41-432C-8F43-94E17945496D}" srcOrd="2" destOrd="0" presId="urn:microsoft.com/office/officeart/2018/2/layout/IconLabelList"/>
    <dgm:cxn modelId="{8F982646-56C4-46B7-AABE-E8EED0FB6763}" type="presParOf" srcId="{12B3617D-3525-46B0-ACF8-8FD0315D43FE}" destId="{0DFB9CCE-59E0-43EF-B7AE-C5AF9D48B83F}" srcOrd="1" destOrd="0" presId="urn:microsoft.com/office/officeart/2018/2/layout/IconLabelList"/>
    <dgm:cxn modelId="{DC54CEFA-B410-42B6-9FD7-EACE1458F13E}" type="presParOf" srcId="{12B3617D-3525-46B0-ACF8-8FD0315D43FE}" destId="{8EEFBF51-1225-4F9C-9E17-87BDF4359A11}" srcOrd="2" destOrd="0" presId="urn:microsoft.com/office/officeart/2018/2/layout/IconLabelList"/>
    <dgm:cxn modelId="{7C4308B0-FB2A-4B8D-AE73-FC0730EAA9F2}" type="presParOf" srcId="{8EEFBF51-1225-4F9C-9E17-87BDF4359A11}" destId="{809D13A0-96D2-47EB-B4C1-30138CDC8B99}" srcOrd="0" destOrd="0" presId="urn:microsoft.com/office/officeart/2018/2/layout/IconLabelList"/>
    <dgm:cxn modelId="{32846EF4-EB60-4AD1-B7C7-301CF7A204B3}" type="presParOf" srcId="{8EEFBF51-1225-4F9C-9E17-87BDF4359A11}" destId="{344DBB80-F1C8-42BA-85F1-CA0612E04493}" srcOrd="1" destOrd="0" presId="urn:microsoft.com/office/officeart/2018/2/layout/IconLabelList"/>
    <dgm:cxn modelId="{FCC63BFB-AE64-46E3-99D4-295FED5E3CB9}" type="presParOf" srcId="{8EEFBF51-1225-4F9C-9E17-87BDF4359A11}" destId="{4F426A92-9792-4DE2-83AC-9B118E01F19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AC8A1F-C8F4-44BA-8302-F38C506C12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64CA901-043C-49A4-B756-FF12A6A4B268}">
      <dgm:prSet custT="1"/>
      <dgm:spPr/>
      <dgm:t>
        <a:bodyPr/>
        <a:lstStyle/>
        <a:p>
          <a:r>
            <a:rPr lang="en-US" sz="1800" baseline="0" dirty="0"/>
            <a:t>Just as Rudy answered to one of my questions, I too want to undergo the challenge of pursuing law to have the enjoyment of </a:t>
          </a:r>
          <a:r>
            <a:rPr lang="en-US" sz="1800" i="1" baseline="0" dirty="0"/>
            <a:t>“seeing positive change”.</a:t>
          </a:r>
          <a:endParaRPr lang="en-US" sz="1800" i="1" dirty="0"/>
        </a:p>
      </dgm:t>
    </dgm:pt>
    <dgm:pt modelId="{E899AC20-637B-4DF4-9DA3-D3E84C7C38D3}" type="parTrans" cxnId="{05A9F2B5-D7EE-4668-BD4B-8CBBFB37F66E}">
      <dgm:prSet/>
      <dgm:spPr/>
      <dgm:t>
        <a:bodyPr/>
        <a:lstStyle/>
        <a:p>
          <a:endParaRPr lang="en-US"/>
        </a:p>
      </dgm:t>
    </dgm:pt>
    <dgm:pt modelId="{8A228594-A943-4069-A03F-C8E08238D523}" type="sibTrans" cxnId="{05A9F2B5-D7EE-4668-BD4B-8CBBFB37F66E}">
      <dgm:prSet/>
      <dgm:spPr/>
      <dgm:t>
        <a:bodyPr/>
        <a:lstStyle/>
        <a:p>
          <a:endParaRPr lang="en-US"/>
        </a:p>
      </dgm:t>
    </dgm:pt>
    <dgm:pt modelId="{75229A74-1607-4C9C-BF4B-A6083A3B2904}">
      <dgm:prSet custT="1"/>
      <dgm:spPr/>
      <dgm:t>
        <a:bodyPr/>
        <a:lstStyle/>
        <a:p>
          <a:r>
            <a:rPr lang="en-US" sz="1600" baseline="0" dirty="0"/>
            <a:t>I resonated a lot with Rudy when he said, </a:t>
          </a:r>
          <a:r>
            <a:rPr lang="en-US" sz="1600" i="1" baseline="0" dirty="0"/>
            <a:t>“I make time for my family –my wife and two children–by setting boundaries between professional and personal time.”</a:t>
          </a:r>
        </a:p>
        <a:p>
          <a:r>
            <a:rPr lang="en-US" sz="1600" baseline="0" dirty="0"/>
            <a:t>To me, the people special to me are the most important thing in my life, I never want to forget that.</a:t>
          </a:r>
          <a:endParaRPr lang="en-US" sz="1600" dirty="0"/>
        </a:p>
      </dgm:t>
    </dgm:pt>
    <dgm:pt modelId="{A08FC48F-C180-46BE-AC83-58D3E3ED8186}" type="parTrans" cxnId="{4C8CD90E-719C-4613-BD0C-04F2E8E118EB}">
      <dgm:prSet/>
      <dgm:spPr/>
      <dgm:t>
        <a:bodyPr/>
        <a:lstStyle/>
        <a:p>
          <a:endParaRPr lang="en-US"/>
        </a:p>
      </dgm:t>
    </dgm:pt>
    <dgm:pt modelId="{8194E79D-9EFC-49EE-B880-C472F9F305DB}" type="sibTrans" cxnId="{4C8CD90E-719C-4613-BD0C-04F2E8E118EB}">
      <dgm:prSet/>
      <dgm:spPr/>
      <dgm:t>
        <a:bodyPr/>
        <a:lstStyle/>
        <a:p>
          <a:endParaRPr lang="en-US"/>
        </a:p>
      </dgm:t>
    </dgm:pt>
    <dgm:pt modelId="{CB52DC14-09BB-42F3-B039-A955B493A936}" type="pres">
      <dgm:prSet presAssocID="{F2AC8A1F-C8F4-44BA-8302-F38C506C12A9}" presName="root" presStyleCnt="0">
        <dgm:presLayoutVars>
          <dgm:dir/>
          <dgm:resizeHandles val="exact"/>
        </dgm:presLayoutVars>
      </dgm:prSet>
      <dgm:spPr/>
    </dgm:pt>
    <dgm:pt modelId="{7B069365-005D-47D9-BDDD-A8BCF0303842}" type="pres">
      <dgm:prSet presAssocID="{E64CA901-043C-49A4-B756-FF12A6A4B268}" presName="compNode" presStyleCnt="0"/>
      <dgm:spPr/>
    </dgm:pt>
    <dgm:pt modelId="{AA4487F3-648C-415C-907D-1DC229F9D0BD}" type="pres">
      <dgm:prSet presAssocID="{E64CA901-043C-49A4-B756-FF12A6A4B268}" presName="bgRect" presStyleLbl="bgShp" presStyleIdx="0" presStyleCnt="2" custLinFactNeighborX="-2" custLinFactNeighborY="32862"/>
      <dgm:spPr>
        <a:solidFill>
          <a:schemeClr val="bg2">
            <a:lumMod val="20000"/>
            <a:lumOff val="80000"/>
          </a:schemeClr>
        </a:solidFill>
      </dgm:spPr>
    </dgm:pt>
    <dgm:pt modelId="{929576BF-65CE-4144-989E-835B3A01AD78}" type="pres">
      <dgm:prSet presAssocID="{E64CA901-043C-49A4-B756-FF12A6A4B268}" presName="iconRect" presStyleLbl="node1" presStyleIdx="0" presStyleCnt="2" custLinFactNeighborX="1131" custLinFactNeighborY="4695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737830F0-1D79-46C8-860D-635644332BEA}" type="pres">
      <dgm:prSet presAssocID="{E64CA901-043C-49A4-B756-FF12A6A4B268}" presName="spaceRect" presStyleCnt="0"/>
      <dgm:spPr/>
    </dgm:pt>
    <dgm:pt modelId="{EC3DFD23-950D-4A24-90DB-D4576B55CB68}" type="pres">
      <dgm:prSet presAssocID="{E64CA901-043C-49A4-B756-FF12A6A4B268}" presName="parTx" presStyleLbl="revTx" presStyleIdx="0" presStyleCnt="2" custLinFactNeighborX="-5147" custLinFactNeighborY="11004">
        <dgm:presLayoutVars>
          <dgm:chMax val="0"/>
          <dgm:chPref val="0"/>
        </dgm:presLayoutVars>
      </dgm:prSet>
      <dgm:spPr/>
    </dgm:pt>
    <dgm:pt modelId="{D9FCC56A-D8CB-4C4C-B1F1-774A30A98F96}" type="pres">
      <dgm:prSet presAssocID="{8A228594-A943-4069-A03F-C8E08238D523}" presName="sibTrans" presStyleCnt="0"/>
      <dgm:spPr/>
    </dgm:pt>
    <dgm:pt modelId="{AF906CBC-8527-4C56-B5AE-7AA797B44CAC}" type="pres">
      <dgm:prSet presAssocID="{75229A74-1607-4C9C-BF4B-A6083A3B2904}" presName="compNode" presStyleCnt="0"/>
      <dgm:spPr/>
    </dgm:pt>
    <dgm:pt modelId="{DC84F0CD-538F-4E36-86CC-C1F72BA53A74}" type="pres">
      <dgm:prSet presAssocID="{75229A74-1607-4C9C-BF4B-A6083A3B2904}" presName="bgRect" presStyleLbl="bgShp" presStyleIdx="1" presStyleCnt="2" custScaleY="133696"/>
      <dgm:spPr/>
    </dgm:pt>
    <dgm:pt modelId="{B1D4C6ED-425D-4DD8-AD68-37471AE1E515}" type="pres">
      <dgm:prSet presAssocID="{75229A74-1607-4C9C-BF4B-A6083A3B290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76E63004-09F5-4657-AFA9-F80DB2C0E945}" type="pres">
      <dgm:prSet presAssocID="{75229A74-1607-4C9C-BF4B-A6083A3B2904}" presName="spaceRect" presStyleCnt="0"/>
      <dgm:spPr/>
    </dgm:pt>
    <dgm:pt modelId="{A4BA52C2-28B9-45FD-BE00-E21E134FEEFC}" type="pres">
      <dgm:prSet presAssocID="{75229A74-1607-4C9C-BF4B-A6083A3B2904}" presName="parTx" presStyleLbl="revTx" presStyleIdx="1" presStyleCnt="2" custScaleX="104306" custLinFactNeighborX="-3830" custLinFactNeighborY="-13352">
        <dgm:presLayoutVars>
          <dgm:chMax val="0"/>
          <dgm:chPref val="0"/>
        </dgm:presLayoutVars>
      </dgm:prSet>
      <dgm:spPr/>
    </dgm:pt>
  </dgm:ptLst>
  <dgm:cxnLst>
    <dgm:cxn modelId="{4C8CD90E-719C-4613-BD0C-04F2E8E118EB}" srcId="{F2AC8A1F-C8F4-44BA-8302-F38C506C12A9}" destId="{75229A74-1607-4C9C-BF4B-A6083A3B2904}" srcOrd="1" destOrd="0" parTransId="{A08FC48F-C180-46BE-AC83-58D3E3ED8186}" sibTransId="{8194E79D-9EFC-49EE-B880-C472F9F305DB}"/>
    <dgm:cxn modelId="{88D00A15-E95D-43F1-8552-275DFDBFA80D}" type="presOf" srcId="{E64CA901-043C-49A4-B756-FF12A6A4B268}" destId="{EC3DFD23-950D-4A24-90DB-D4576B55CB68}" srcOrd="0" destOrd="0" presId="urn:microsoft.com/office/officeart/2018/2/layout/IconVerticalSolidList"/>
    <dgm:cxn modelId="{0B9DC380-F307-4321-9E5D-87C3F28F62B7}" type="presOf" srcId="{75229A74-1607-4C9C-BF4B-A6083A3B2904}" destId="{A4BA52C2-28B9-45FD-BE00-E21E134FEEFC}" srcOrd="0" destOrd="0" presId="urn:microsoft.com/office/officeart/2018/2/layout/IconVerticalSolidList"/>
    <dgm:cxn modelId="{1C21AB96-2E49-4386-B193-953AC0B47DF7}" type="presOf" srcId="{F2AC8A1F-C8F4-44BA-8302-F38C506C12A9}" destId="{CB52DC14-09BB-42F3-B039-A955B493A936}" srcOrd="0" destOrd="0" presId="urn:microsoft.com/office/officeart/2018/2/layout/IconVerticalSolidList"/>
    <dgm:cxn modelId="{05A9F2B5-D7EE-4668-BD4B-8CBBFB37F66E}" srcId="{F2AC8A1F-C8F4-44BA-8302-F38C506C12A9}" destId="{E64CA901-043C-49A4-B756-FF12A6A4B268}" srcOrd="0" destOrd="0" parTransId="{E899AC20-637B-4DF4-9DA3-D3E84C7C38D3}" sibTransId="{8A228594-A943-4069-A03F-C8E08238D523}"/>
    <dgm:cxn modelId="{230F7089-8384-4EC4-BF36-F5F7793FA559}" type="presParOf" srcId="{CB52DC14-09BB-42F3-B039-A955B493A936}" destId="{7B069365-005D-47D9-BDDD-A8BCF0303842}" srcOrd="0" destOrd="0" presId="urn:microsoft.com/office/officeart/2018/2/layout/IconVerticalSolidList"/>
    <dgm:cxn modelId="{3F4CE4F8-9B8A-4AE4-BE6E-347FD0F83CAB}" type="presParOf" srcId="{7B069365-005D-47D9-BDDD-A8BCF0303842}" destId="{AA4487F3-648C-415C-907D-1DC229F9D0BD}" srcOrd="0" destOrd="0" presId="urn:microsoft.com/office/officeart/2018/2/layout/IconVerticalSolidList"/>
    <dgm:cxn modelId="{8A316708-F520-4D00-8B5E-4D5145AA5763}" type="presParOf" srcId="{7B069365-005D-47D9-BDDD-A8BCF0303842}" destId="{929576BF-65CE-4144-989E-835B3A01AD78}" srcOrd="1" destOrd="0" presId="urn:microsoft.com/office/officeart/2018/2/layout/IconVerticalSolidList"/>
    <dgm:cxn modelId="{0668FD1D-1AC1-464F-B220-B6493F6720BC}" type="presParOf" srcId="{7B069365-005D-47D9-BDDD-A8BCF0303842}" destId="{737830F0-1D79-46C8-860D-635644332BEA}" srcOrd="2" destOrd="0" presId="urn:microsoft.com/office/officeart/2018/2/layout/IconVerticalSolidList"/>
    <dgm:cxn modelId="{27B85C2E-6E48-4ED4-9E46-84F9046146DF}" type="presParOf" srcId="{7B069365-005D-47D9-BDDD-A8BCF0303842}" destId="{EC3DFD23-950D-4A24-90DB-D4576B55CB68}" srcOrd="3" destOrd="0" presId="urn:microsoft.com/office/officeart/2018/2/layout/IconVerticalSolidList"/>
    <dgm:cxn modelId="{8912F857-37C4-4AD6-8FC9-ABA9094ED3F3}" type="presParOf" srcId="{CB52DC14-09BB-42F3-B039-A955B493A936}" destId="{D9FCC56A-D8CB-4C4C-B1F1-774A30A98F96}" srcOrd="1" destOrd="0" presId="urn:microsoft.com/office/officeart/2018/2/layout/IconVerticalSolidList"/>
    <dgm:cxn modelId="{30556E6B-DEA6-45AD-84C0-9E419BC413AB}" type="presParOf" srcId="{CB52DC14-09BB-42F3-B039-A955B493A936}" destId="{AF906CBC-8527-4C56-B5AE-7AA797B44CAC}" srcOrd="2" destOrd="0" presId="urn:microsoft.com/office/officeart/2018/2/layout/IconVerticalSolidList"/>
    <dgm:cxn modelId="{8B92B365-536E-4DDB-8BE9-CCAAAF0617D1}" type="presParOf" srcId="{AF906CBC-8527-4C56-B5AE-7AA797B44CAC}" destId="{DC84F0CD-538F-4E36-86CC-C1F72BA53A74}" srcOrd="0" destOrd="0" presId="urn:microsoft.com/office/officeart/2018/2/layout/IconVerticalSolidList"/>
    <dgm:cxn modelId="{A6145720-E3C2-4E9D-AE6D-2736C78EF5BF}" type="presParOf" srcId="{AF906CBC-8527-4C56-B5AE-7AA797B44CAC}" destId="{B1D4C6ED-425D-4DD8-AD68-37471AE1E515}" srcOrd="1" destOrd="0" presId="urn:microsoft.com/office/officeart/2018/2/layout/IconVerticalSolidList"/>
    <dgm:cxn modelId="{63F61E1B-D8F0-46F2-8A9B-1B5D73712784}" type="presParOf" srcId="{AF906CBC-8527-4C56-B5AE-7AA797B44CAC}" destId="{76E63004-09F5-4657-AFA9-F80DB2C0E945}" srcOrd="2" destOrd="0" presId="urn:microsoft.com/office/officeart/2018/2/layout/IconVerticalSolidList"/>
    <dgm:cxn modelId="{3E188F82-360D-4D31-9809-6A2C3FD1E465}" type="presParOf" srcId="{AF906CBC-8527-4C56-B5AE-7AA797B44CAC}" destId="{A4BA52C2-28B9-45FD-BE00-E21E134FEE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F787DB-126C-4CB0-99D4-13111AF9F428}" type="doc">
      <dgm:prSet loTypeId="urn:microsoft.com/office/officeart/2005/8/layout/process4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E4065BE-E860-4A24-8389-2C5CC8CC69D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baseline="0" dirty="0"/>
            <a:t>First, I need to get my Bachelor’s degree</a:t>
          </a:r>
          <a:endParaRPr lang="en-US" dirty="0"/>
        </a:p>
      </dgm:t>
    </dgm:pt>
    <dgm:pt modelId="{412D1AC4-3CA1-45CF-8F06-086CB07751B2}" type="parTrans" cxnId="{BDF23A9A-95C6-4A02-A824-5600A3268298}">
      <dgm:prSet/>
      <dgm:spPr/>
      <dgm:t>
        <a:bodyPr/>
        <a:lstStyle/>
        <a:p>
          <a:endParaRPr lang="en-US"/>
        </a:p>
      </dgm:t>
    </dgm:pt>
    <dgm:pt modelId="{02C40590-7E39-4E08-AAE8-D6B0C57BF3D3}" type="sibTrans" cxnId="{BDF23A9A-95C6-4A02-A824-5600A3268298}">
      <dgm:prSet/>
      <dgm:spPr/>
      <dgm:t>
        <a:bodyPr/>
        <a:lstStyle/>
        <a:p>
          <a:endParaRPr lang="en-US"/>
        </a:p>
      </dgm:t>
    </dgm:pt>
    <dgm:pt modelId="{C8B48E4C-A0A6-41D7-A599-14A0120A6736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baseline="0"/>
            <a:t>Then, I need to apply to law school, graduate after 3 years, and pass the bar exam</a:t>
          </a:r>
          <a:endParaRPr lang="en-US"/>
        </a:p>
      </dgm:t>
    </dgm:pt>
    <dgm:pt modelId="{058FB58B-C702-44D6-9DA6-C1A85E27C086}" type="parTrans" cxnId="{9A1D6F08-01D8-4D48-95A4-69F498A665A1}">
      <dgm:prSet/>
      <dgm:spPr/>
      <dgm:t>
        <a:bodyPr/>
        <a:lstStyle/>
        <a:p>
          <a:endParaRPr lang="en-US"/>
        </a:p>
      </dgm:t>
    </dgm:pt>
    <dgm:pt modelId="{47F2B80C-301B-4274-B523-C494E9AFF134}" type="sibTrans" cxnId="{9A1D6F08-01D8-4D48-95A4-69F498A665A1}">
      <dgm:prSet/>
      <dgm:spPr/>
      <dgm:t>
        <a:bodyPr/>
        <a:lstStyle/>
        <a:p>
          <a:endParaRPr lang="en-US"/>
        </a:p>
      </dgm:t>
    </dgm:pt>
    <dgm:pt modelId="{80D5C5FD-894C-445B-AA22-E9A21BFC239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aseline="0"/>
            <a:t>However, to become a truly successful attorney, I need multiple skills such as logical reasoning, oral advocacy, attention to detail, moral reasoning, empathy and negotiation, and persistence</a:t>
          </a:r>
          <a:endParaRPr lang="en-US"/>
        </a:p>
      </dgm:t>
    </dgm:pt>
    <dgm:pt modelId="{F6B4AE95-4ADE-438F-9CA4-DEAFCCA2FAF2}" type="parTrans" cxnId="{8AF5B871-B61A-4C28-8AD0-57BA2875B680}">
      <dgm:prSet/>
      <dgm:spPr/>
      <dgm:t>
        <a:bodyPr/>
        <a:lstStyle/>
        <a:p>
          <a:endParaRPr lang="en-US"/>
        </a:p>
      </dgm:t>
    </dgm:pt>
    <dgm:pt modelId="{8BC62C8E-D004-4165-8E23-3730CCE0899D}" type="sibTrans" cxnId="{8AF5B871-B61A-4C28-8AD0-57BA2875B680}">
      <dgm:prSet/>
      <dgm:spPr/>
      <dgm:t>
        <a:bodyPr/>
        <a:lstStyle/>
        <a:p>
          <a:endParaRPr lang="en-US"/>
        </a:p>
      </dgm:t>
    </dgm:pt>
    <dgm:pt modelId="{623EE474-E652-49FF-87F4-7C8CAB778D2E}" type="pres">
      <dgm:prSet presAssocID="{51F787DB-126C-4CB0-99D4-13111AF9F428}" presName="Name0" presStyleCnt="0">
        <dgm:presLayoutVars>
          <dgm:dir/>
          <dgm:animLvl val="lvl"/>
          <dgm:resizeHandles val="exact"/>
        </dgm:presLayoutVars>
      </dgm:prSet>
      <dgm:spPr/>
    </dgm:pt>
    <dgm:pt modelId="{098C1288-2014-4001-A2A1-A9D66E0CEB0A}" type="pres">
      <dgm:prSet presAssocID="{80D5C5FD-894C-445B-AA22-E9A21BFC2393}" presName="boxAndChildren" presStyleCnt="0"/>
      <dgm:spPr/>
    </dgm:pt>
    <dgm:pt modelId="{5A4A4179-2242-4885-9B69-B94CC9A99F9D}" type="pres">
      <dgm:prSet presAssocID="{80D5C5FD-894C-445B-AA22-E9A21BFC2393}" presName="parentTextBox" presStyleLbl="node1" presStyleIdx="0" presStyleCnt="3"/>
      <dgm:spPr/>
    </dgm:pt>
    <dgm:pt modelId="{2496AA60-D5EF-4C5D-96AA-55FC1A900BD7}" type="pres">
      <dgm:prSet presAssocID="{47F2B80C-301B-4274-B523-C494E9AFF134}" presName="sp" presStyleCnt="0"/>
      <dgm:spPr/>
    </dgm:pt>
    <dgm:pt modelId="{46A0CB37-BF5A-4FC5-9867-15143708E068}" type="pres">
      <dgm:prSet presAssocID="{C8B48E4C-A0A6-41D7-A599-14A0120A6736}" presName="arrowAndChildren" presStyleCnt="0"/>
      <dgm:spPr/>
    </dgm:pt>
    <dgm:pt modelId="{E4FDEC5F-4415-4B58-A31D-B32853F95D15}" type="pres">
      <dgm:prSet presAssocID="{C8B48E4C-A0A6-41D7-A599-14A0120A6736}" presName="parentTextArrow" presStyleLbl="node1" presStyleIdx="1" presStyleCnt="3"/>
      <dgm:spPr/>
    </dgm:pt>
    <dgm:pt modelId="{BEDEAF8F-5D27-43A7-9694-FED2FE8F73A2}" type="pres">
      <dgm:prSet presAssocID="{02C40590-7E39-4E08-AAE8-D6B0C57BF3D3}" presName="sp" presStyleCnt="0"/>
      <dgm:spPr/>
    </dgm:pt>
    <dgm:pt modelId="{2043D027-FF98-4815-9D59-578EBE543006}" type="pres">
      <dgm:prSet presAssocID="{DE4065BE-E860-4A24-8389-2C5CC8CC69D5}" presName="arrowAndChildren" presStyleCnt="0"/>
      <dgm:spPr/>
    </dgm:pt>
    <dgm:pt modelId="{BD722DA6-0E0F-44DF-AEDA-A12FB9EABAB8}" type="pres">
      <dgm:prSet presAssocID="{DE4065BE-E860-4A24-8389-2C5CC8CC69D5}" presName="parentTextArrow" presStyleLbl="node1" presStyleIdx="2" presStyleCnt="3"/>
      <dgm:spPr/>
    </dgm:pt>
  </dgm:ptLst>
  <dgm:cxnLst>
    <dgm:cxn modelId="{9A1D6F08-01D8-4D48-95A4-69F498A665A1}" srcId="{51F787DB-126C-4CB0-99D4-13111AF9F428}" destId="{C8B48E4C-A0A6-41D7-A599-14A0120A6736}" srcOrd="1" destOrd="0" parTransId="{058FB58B-C702-44D6-9DA6-C1A85E27C086}" sibTransId="{47F2B80C-301B-4274-B523-C494E9AFF134}"/>
    <dgm:cxn modelId="{BF66BA2D-68CA-4A62-8D97-FC7553B32E0B}" type="presOf" srcId="{80D5C5FD-894C-445B-AA22-E9A21BFC2393}" destId="{5A4A4179-2242-4885-9B69-B94CC9A99F9D}" srcOrd="0" destOrd="0" presId="urn:microsoft.com/office/officeart/2005/8/layout/process4"/>
    <dgm:cxn modelId="{B2497743-A657-41C5-91FE-1F8F1D19BF53}" type="presOf" srcId="{C8B48E4C-A0A6-41D7-A599-14A0120A6736}" destId="{E4FDEC5F-4415-4B58-A31D-B32853F95D15}" srcOrd="0" destOrd="0" presId="urn:microsoft.com/office/officeart/2005/8/layout/process4"/>
    <dgm:cxn modelId="{8AF5B871-B61A-4C28-8AD0-57BA2875B680}" srcId="{51F787DB-126C-4CB0-99D4-13111AF9F428}" destId="{80D5C5FD-894C-445B-AA22-E9A21BFC2393}" srcOrd="2" destOrd="0" parTransId="{F6B4AE95-4ADE-438F-9CA4-DEAFCCA2FAF2}" sibTransId="{8BC62C8E-D004-4165-8E23-3730CCE0899D}"/>
    <dgm:cxn modelId="{BDF23A9A-95C6-4A02-A824-5600A3268298}" srcId="{51F787DB-126C-4CB0-99D4-13111AF9F428}" destId="{DE4065BE-E860-4A24-8389-2C5CC8CC69D5}" srcOrd="0" destOrd="0" parTransId="{412D1AC4-3CA1-45CF-8F06-086CB07751B2}" sibTransId="{02C40590-7E39-4E08-AAE8-D6B0C57BF3D3}"/>
    <dgm:cxn modelId="{4302ACC9-3BAB-4DE2-8604-7D1162013E18}" type="presOf" srcId="{51F787DB-126C-4CB0-99D4-13111AF9F428}" destId="{623EE474-E652-49FF-87F4-7C8CAB778D2E}" srcOrd="0" destOrd="0" presId="urn:microsoft.com/office/officeart/2005/8/layout/process4"/>
    <dgm:cxn modelId="{066E5ED0-4088-4667-99B8-D8D9E49504F8}" type="presOf" srcId="{DE4065BE-E860-4A24-8389-2C5CC8CC69D5}" destId="{BD722DA6-0E0F-44DF-AEDA-A12FB9EABAB8}" srcOrd="0" destOrd="0" presId="urn:microsoft.com/office/officeart/2005/8/layout/process4"/>
    <dgm:cxn modelId="{351E656F-906F-4735-AD87-C553C89000AA}" type="presParOf" srcId="{623EE474-E652-49FF-87F4-7C8CAB778D2E}" destId="{098C1288-2014-4001-A2A1-A9D66E0CEB0A}" srcOrd="0" destOrd="0" presId="urn:microsoft.com/office/officeart/2005/8/layout/process4"/>
    <dgm:cxn modelId="{A69D7682-60AE-4017-9569-C523D054FF09}" type="presParOf" srcId="{098C1288-2014-4001-A2A1-A9D66E0CEB0A}" destId="{5A4A4179-2242-4885-9B69-B94CC9A99F9D}" srcOrd="0" destOrd="0" presId="urn:microsoft.com/office/officeart/2005/8/layout/process4"/>
    <dgm:cxn modelId="{944617E0-82D2-4F6C-90EF-A06FD76462A6}" type="presParOf" srcId="{623EE474-E652-49FF-87F4-7C8CAB778D2E}" destId="{2496AA60-D5EF-4C5D-96AA-55FC1A900BD7}" srcOrd="1" destOrd="0" presId="urn:microsoft.com/office/officeart/2005/8/layout/process4"/>
    <dgm:cxn modelId="{1888C739-470A-4FCC-8366-E5E26F547966}" type="presParOf" srcId="{623EE474-E652-49FF-87F4-7C8CAB778D2E}" destId="{46A0CB37-BF5A-4FC5-9867-15143708E068}" srcOrd="2" destOrd="0" presId="urn:microsoft.com/office/officeart/2005/8/layout/process4"/>
    <dgm:cxn modelId="{9464AFEB-9A6A-44CF-AD88-5509B2D0B8E1}" type="presParOf" srcId="{46A0CB37-BF5A-4FC5-9867-15143708E068}" destId="{E4FDEC5F-4415-4B58-A31D-B32853F95D15}" srcOrd="0" destOrd="0" presId="urn:microsoft.com/office/officeart/2005/8/layout/process4"/>
    <dgm:cxn modelId="{84484E9B-A059-455E-B5AF-8F8EE1847809}" type="presParOf" srcId="{623EE474-E652-49FF-87F4-7C8CAB778D2E}" destId="{BEDEAF8F-5D27-43A7-9694-FED2FE8F73A2}" srcOrd="3" destOrd="0" presId="urn:microsoft.com/office/officeart/2005/8/layout/process4"/>
    <dgm:cxn modelId="{B2E1CEFA-92CD-4CF1-B031-6EF9544A1E81}" type="presParOf" srcId="{623EE474-E652-49FF-87F4-7C8CAB778D2E}" destId="{2043D027-FF98-4815-9D59-578EBE543006}" srcOrd="4" destOrd="0" presId="urn:microsoft.com/office/officeart/2005/8/layout/process4"/>
    <dgm:cxn modelId="{2809FE61-A206-4450-921C-3D7E13DEB23A}" type="presParOf" srcId="{2043D027-FF98-4815-9D59-578EBE543006}" destId="{BD722DA6-0E0F-44DF-AEDA-A12FB9EABAB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32F55B-1457-4807-860C-BC212034232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614DA82-CC49-4061-917A-C1A2EE1A37EE}">
      <dgm:prSet custT="1"/>
      <dgm:spPr/>
      <dgm:t>
        <a:bodyPr/>
        <a:lstStyle/>
        <a:p>
          <a:pPr>
            <a:defRPr cap="all"/>
          </a:pPr>
          <a:r>
            <a:rPr lang="en-US" sz="1400" b="1" baseline="0" dirty="0"/>
            <a:t>$114,767/year</a:t>
          </a:r>
          <a:r>
            <a:rPr lang="en-US" sz="1400" baseline="0" dirty="0"/>
            <a:t> </a:t>
          </a:r>
        </a:p>
        <a:p>
          <a:pPr>
            <a:defRPr cap="all"/>
          </a:pPr>
          <a:r>
            <a:rPr lang="en-US" sz="1400" baseline="0" dirty="0"/>
            <a:t>(≈ $55.18/hour)</a:t>
          </a:r>
          <a:endParaRPr lang="en-US" sz="1400" dirty="0"/>
        </a:p>
      </dgm:t>
    </dgm:pt>
    <dgm:pt modelId="{91E5051C-E693-4CB8-BEE5-3301429FF839}" type="parTrans" cxnId="{0D4E483B-4E22-42B9-AA37-C7C7291117D3}">
      <dgm:prSet/>
      <dgm:spPr/>
      <dgm:t>
        <a:bodyPr/>
        <a:lstStyle/>
        <a:p>
          <a:endParaRPr lang="en-US"/>
        </a:p>
      </dgm:t>
    </dgm:pt>
    <dgm:pt modelId="{E0D72F30-B7A9-4B3B-B871-C2A5CEB8E2AC}" type="sibTrans" cxnId="{0D4E483B-4E22-42B9-AA37-C7C7291117D3}">
      <dgm:prSet/>
      <dgm:spPr/>
      <dgm:t>
        <a:bodyPr/>
        <a:lstStyle/>
        <a:p>
          <a:endParaRPr lang="en-US"/>
        </a:p>
      </dgm:t>
    </dgm:pt>
    <dgm:pt modelId="{FB2C98CC-460C-477C-A4EF-15781FDA2BF5}">
      <dgm:prSet custT="1"/>
      <dgm:spPr/>
      <dgm:t>
        <a:bodyPr/>
        <a:lstStyle/>
        <a:p>
          <a:pPr>
            <a:defRPr cap="all"/>
          </a:pPr>
          <a:r>
            <a:rPr lang="en-US" sz="1400" baseline="0" dirty="0"/>
            <a:t>Employment of lawyers projected to grow </a:t>
          </a:r>
        </a:p>
        <a:p>
          <a:pPr>
            <a:defRPr cap="all"/>
          </a:pPr>
          <a:r>
            <a:rPr lang="en-US" sz="1400" b="1" baseline="0" dirty="0"/>
            <a:t>≈ +4% from 2024 to 2034</a:t>
          </a:r>
          <a:endParaRPr lang="en-US" sz="1400" b="1" dirty="0"/>
        </a:p>
      </dgm:t>
    </dgm:pt>
    <dgm:pt modelId="{5F37EE03-82CA-4159-9B2D-515F456ED1A9}" type="parTrans" cxnId="{D9E41A99-36E5-44FF-B80D-1D32DC03A39E}">
      <dgm:prSet/>
      <dgm:spPr/>
      <dgm:t>
        <a:bodyPr/>
        <a:lstStyle/>
        <a:p>
          <a:endParaRPr lang="en-US"/>
        </a:p>
      </dgm:t>
    </dgm:pt>
    <dgm:pt modelId="{458E46A7-E33A-446B-BD4A-C0110CCD81C2}" type="sibTrans" cxnId="{D9E41A99-36E5-44FF-B80D-1D32DC03A39E}">
      <dgm:prSet/>
      <dgm:spPr/>
      <dgm:t>
        <a:bodyPr/>
        <a:lstStyle/>
        <a:p>
          <a:endParaRPr lang="en-US"/>
        </a:p>
      </dgm:t>
    </dgm:pt>
    <dgm:pt modelId="{55F35068-6E48-4B39-80BC-4145D1151A2F}">
      <dgm:prSet custT="1"/>
      <dgm:spPr/>
      <dgm:t>
        <a:bodyPr/>
        <a:lstStyle/>
        <a:p>
          <a:pPr algn="ctr">
            <a:defRPr cap="all"/>
          </a:pPr>
          <a:r>
            <a:rPr lang="en-US" sz="1400" i="0" baseline="0" dirty="0">
              <a:effectLst/>
            </a:rPr>
            <a:t>Law firms </a:t>
          </a:r>
        </a:p>
        <a:p>
          <a:pPr algn="ctr">
            <a:defRPr cap="all"/>
          </a:pPr>
          <a:r>
            <a:rPr lang="en-US" sz="1400" i="0" baseline="0" dirty="0">
              <a:effectLst/>
            </a:rPr>
            <a:t>Corporations</a:t>
          </a:r>
        </a:p>
        <a:p>
          <a:pPr algn="ctr">
            <a:defRPr cap="all"/>
          </a:pPr>
          <a:r>
            <a:rPr lang="en-US" sz="1400" i="0" baseline="0" dirty="0">
              <a:effectLst/>
            </a:rPr>
            <a:t>governments </a:t>
          </a:r>
        </a:p>
        <a:p>
          <a:pPr algn="ctr">
            <a:defRPr cap="all"/>
          </a:pPr>
          <a:r>
            <a:rPr lang="en-US" sz="1400" i="0" baseline="0" dirty="0">
              <a:effectLst/>
            </a:rPr>
            <a:t>public Interest</a:t>
          </a:r>
        </a:p>
        <a:p>
          <a:pPr algn="ctr">
            <a:defRPr cap="all"/>
          </a:pPr>
          <a:r>
            <a:rPr lang="en-US" sz="1400" i="0" baseline="0" dirty="0">
              <a:effectLst/>
            </a:rPr>
            <a:t>legal aid</a:t>
          </a:r>
        </a:p>
        <a:p>
          <a:pPr algn="ctr">
            <a:defRPr cap="all"/>
          </a:pPr>
          <a:r>
            <a:rPr lang="en-US" sz="1400" i="0" baseline="0" dirty="0">
              <a:effectLst/>
            </a:rPr>
            <a:t> solo practice</a:t>
          </a:r>
          <a:endParaRPr lang="en-US" sz="1400" i="0" dirty="0">
            <a:effectLst/>
          </a:endParaRPr>
        </a:p>
      </dgm:t>
    </dgm:pt>
    <dgm:pt modelId="{D9DC3BF8-710C-4A47-BB33-298A9DF67CB4}" type="parTrans" cxnId="{43FDC8C8-9052-41D4-AB90-246C3B5E113F}">
      <dgm:prSet/>
      <dgm:spPr/>
      <dgm:t>
        <a:bodyPr/>
        <a:lstStyle/>
        <a:p>
          <a:endParaRPr lang="en-US"/>
        </a:p>
      </dgm:t>
    </dgm:pt>
    <dgm:pt modelId="{28F4ED56-A21D-4AE7-ADB2-ED4AB7F02B11}" type="sibTrans" cxnId="{43FDC8C8-9052-41D4-AB90-246C3B5E113F}">
      <dgm:prSet/>
      <dgm:spPr/>
      <dgm:t>
        <a:bodyPr/>
        <a:lstStyle/>
        <a:p>
          <a:endParaRPr lang="en-US"/>
        </a:p>
      </dgm:t>
    </dgm:pt>
    <dgm:pt modelId="{8F21B2BC-A042-45FE-AC0B-667BBDB2398D}" type="pres">
      <dgm:prSet presAssocID="{9D32F55B-1457-4807-860C-BC2120342320}" presName="root" presStyleCnt="0">
        <dgm:presLayoutVars>
          <dgm:dir/>
          <dgm:resizeHandles val="exact"/>
        </dgm:presLayoutVars>
      </dgm:prSet>
      <dgm:spPr/>
    </dgm:pt>
    <dgm:pt modelId="{01AD7F4B-2CE8-4CF2-B112-0397B16290C7}" type="pres">
      <dgm:prSet presAssocID="{5614DA82-CC49-4061-917A-C1A2EE1A37EE}" presName="compNode" presStyleCnt="0"/>
      <dgm:spPr/>
    </dgm:pt>
    <dgm:pt modelId="{369AAD73-4180-4B5B-9889-218C2658833C}" type="pres">
      <dgm:prSet presAssocID="{5614DA82-CC49-4061-917A-C1A2EE1A37EE}" presName="iconBgRect" presStyleLbl="bgShp" presStyleIdx="0" presStyleCnt="3"/>
      <dgm:spPr>
        <a:solidFill>
          <a:schemeClr val="accent3">
            <a:lumMod val="75000"/>
          </a:schemeClr>
        </a:solidFill>
      </dgm:spPr>
    </dgm:pt>
    <dgm:pt modelId="{0C3A7BF3-F45B-4D86-B1E2-0C2193A4CC6F}" type="pres">
      <dgm:prSet presAssocID="{5614DA82-CC49-4061-917A-C1A2EE1A37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8264B7F-0998-453D-91F1-2D3C496D6F59}" type="pres">
      <dgm:prSet presAssocID="{5614DA82-CC49-4061-917A-C1A2EE1A37EE}" presName="spaceRect" presStyleCnt="0"/>
      <dgm:spPr/>
    </dgm:pt>
    <dgm:pt modelId="{F2C6428C-BCC3-4D9F-A17A-94842512467F}" type="pres">
      <dgm:prSet presAssocID="{5614DA82-CC49-4061-917A-C1A2EE1A37EE}" presName="textRect" presStyleLbl="revTx" presStyleIdx="0" presStyleCnt="3">
        <dgm:presLayoutVars>
          <dgm:chMax val="1"/>
          <dgm:chPref val="1"/>
        </dgm:presLayoutVars>
      </dgm:prSet>
      <dgm:spPr/>
    </dgm:pt>
    <dgm:pt modelId="{CE1D6516-C1A8-4686-B796-EE79E2A91640}" type="pres">
      <dgm:prSet presAssocID="{E0D72F30-B7A9-4B3B-B871-C2A5CEB8E2AC}" presName="sibTrans" presStyleCnt="0"/>
      <dgm:spPr/>
    </dgm:pt>
    <dgm:pt modelId="{BD691E5E-BE97-4D12-A458-86388E0CE58F}" type="pres">
      <dgm:prSet presAssocID="{FB2C98CC-460C-477C-A4EF-15781FDA2BF5}" presName="compNode" presStyleCnt="0"/>
      <dgm:spPr/>
    </dgm:pt>
    <dgm:pt modelId="{74EFA3D9-84A3-4C31-936D-AD46FA409F9E}" type="pres">
      <dgm:prSet presAssocID="{FB2C98CC-460C-477C-A4EF-15781FDA2BF5}" presName="iconBgRect" presStyleLbl="bgShp" presStyleIdx="1" presStyleCnt="3"/>
      <dgm:spPr>
        <a:solidFill>
          <a:schemeClr val="accent1">
            <a:lumMod val="60000"/>
            <a:lumOff val="40000"/>
          </a:schemeClr>
        </a:solidFill>
      </dgm:spPr>
    </dgm:pt>
    <dgm:pt modelId="{3FFB780C-3DFC-4CA9-BA4F-1CC019FCABD2}" type="pres">
      <dgm:prSet presAssocID="{FB2C98CC-460C-477C-A4EF-15781FDA2B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DB897B6-F92F-4F33-B84A-2434C78C8DA8}" type="pres">
      <dgm:prSet presAssocID="{FB2C98CC-460C-477C-A4EF-15781FDA2BF5}" presName="spaceRect" presStyleCnt="0"/>
      <dgm:spPr/>
    </dgm:pt>
    <dgm:pt modelId="{98D55165-85F1-4E0F-B0E5-59E4DD98E13E}" type="pres">
      <dgm:prSet presAssocID="{FB2C98CC-460C-477C-A4EF-15781FDA2BF5}" presName="textRect" presStyleLbl="revTx" presStyleIdx="1" presStyleCnt="3">
        <dgm:presLayoutVars>
          <dgm:chMax val="1"/>
          <dgm:chPref val="1"/>
        </dgm:presLayoutVars>
      </dgm:prSet>
      <dgm:spPr/>
    </dgm:pt>
    <dgm:pt modelId="{B4E339CB-45A6-4A8E-BAB5-B29F43242145}" type="pres">
      <dgm:prSet presAssocID="{458E46A7-E33A-446B-BD4A-C0110CCD81C2}" presName="sibTrans" presStyleCnt="0"/>
      <dgm:spPr/>
    </dgm:pt>
    <dgm:pt modelId="{BFC7DC8A-DC37-4BF0-A3E8-DF7B596AB376}" type="pres">
      <dgm:prSet presAssocID="{55F35068-6E48-4B39-80BC-4145D1151A2F}" presName="compNode" presStyleCnt="0"/>
      <dgm:spPr/>
    </dgm:pt>
    <dgm:pt modelId="{3467286C-2FE9-404A-93E4-322F45A5643B}" type="pres">
      <dgm:prSet presAssocID="{55F35068-6E48-4B39-80BC-4145D1151A2F}" presName="iconBgRect" presStyleLbl="bgShp" presStyleIdx="2" presStyleCnt="3"/>
      <dgm:spPr>
        <a:solidFill>
          <a:schemeClr val="accent4">
            <a:lumMod val="60000"/>
            <a:lumOff val="40000"/>
          </a:schemeClr>
        </a:solidFill>
      </dgm:spPr>
    </dgm:pt>
    <dgm:pt modelId="{CDF69CDB-F94D-4882-AC9A-86F7BA8FACC2}" type="pres">
      <dgm:prSet presAssocID="{55F35068-6E48-4B39-80BC-4145D1151A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E2368B3-2BFA-4D70-882D-B7FEBB3B4339}" type="pres">
      <dgm:prSet presAssocID="{55F35068-6E48-4B39-80BC-4145D1151A2F}" presName="spaceRect" presStyleCnt="0"/>
      <dgm:spPr/>
    </dgm:pt>
    <dgm:pt modelId="{310839BF-6CF1-4ECD-8651-FBCD3AD82E96}" type="pres">
      <dgm:prSet presAssocID="{55F35068-6E48-4B39-80BC-4145D1151A2F}" presName="textRect" presStyleLbl="revTx" presStyleIdx="2" presStyleCnt="3" custScaleX="97522" custLinFactNeighborX="3187" custLinFactNeighborY="-1947">
        <dgm:presLayoutVars>
          <dgm:chMax val="1"/>
          <dgm:chPref val="1"/>
        </dgm:presLayoutVars>
      </dgm:prSet>
      <dgm:spPr/>
    </dgm:pt>
  </dgm:ptLst>
  <dgm:cxnLst>
    <dgm:cxn modelId="{0D4E483B-4E22-42B9-AA37-C7C7291117D3}" srcId="{9D32F55B-1457-4807-860C-BC2120342320}" destId="{5614DA82-CC49-4061-917A-C1A2EE1A37EE}" srcOrd="0" destOrd="0" parTransId="{91E5051C-E693-4CB8-BEE5-3301429FF839}" sibTransId="{E0D72F30-B7A9-4B3B-B871-C2A5CEB8E2AC}"/>
    <dgm:cxn modelId="{E407C041-417B-4B49-BFE5-C97E97C3D730}" type="presOf" srcId="{55F35068-6E48-4B39-80BC-4145D1151A2F}" destId="{310839BF-6CF1-4ECD-8651-FBCD3AD82E96}" srcOrd="0" destOrd="0" presId="urn:microsoft.com/office/officeart/2018/5/layout/IconCircleLabelList"/>
    <dgm:cxn modelId="{2CD15542-07F9-4B1C-9FDB-ED1C0AAD6C49}" type="presOf" srcId="{9D32F55B-1457-4807-860C-BC2120342320}" destId="{8F21B2BC-A042-45FE-AC0B-667BBDB2398D}" srcOrd="0" destOrd="0" presId="urn:microsoft.com/office/officeart/2018/5/layout/IconCircleLabelList"/>
    <dgm:cxn modelId="{41B57098-E7D5-4FBF-AF4D-BAF807EEB432}" type="presOf" srcId="{5614DA82-CC49-4061-917A-C1A2EE1A37EE}" destId="{F2C6428C-BCC3-4D9F-A17A-94842512467F}" srcOrd="0" destOrd="0" presId="urn:microsoft.com/office/officeart/2018/5/layout/IconCircleLabelList"/>
    <dgm:cxn modelId="{D9E41A99-36E5-44FF-B80D-1D32DC03A39E}" srcId="{9D32F55B-1457-4807-860C-BC2120342320}" destId="{FB2C98CC-460C-477C-A4EF-15781FDA2BF5}" srcOrd="1" destOrd="0" parTransId="{5F37EE03-82CA-4159-9B2D-515F456ED1A9}" sibTransId="{458E46A7-E33A-446B-BD4A-C0110CCD81C2}"/>
    <dgm:cxn modelId="{DBF4C9C4-7F6D-4249-97B1-1B7C0B5EF253}" type="presOf" srcId="{FB2C98CC-460C-477C-A4EF-15781FDA2BF5}" destId="{98D55165-85F1-4E0F-B0E5-59E4DD98E13E}" srcOrd="0" destOrd="0" presId="urn:microsoft.com/office/officeart/2018/5/layout/IconCircleLabelList"/>
    <dgm:cxn modelId="{43FDC8C8-9052-41D4-AB90-246C3B5E113F}" srcId="{9D32F55B-1457-4807-860C-BC2120342320}" destId="{55F35068-6E48-4B39-80BC-4145D1151A2F}" srcOrd="2" destOrd="0" parTransId="{D9DC3BF8-710C-4A47-BB33-298A9DF67CB4}" sibTransId="{28F4ED56-A21D-4AE7-ADB2-ED4AB7F02B11}"/>
    <dgm:cxn modelId="{83F7B8B6-649B-4593-954E-4CAC40B62A11}" type="presParOf" srcId="{8F21B2BC-A042-45FE-AC0B-667BBDB2398D}" destId="{01AD7F4B-2CE8-4CF2-B112-0397B16290C7}" srcOrd="0" destOrd="0" presId="urn:microsoft.com/office/officeart/2018/5/layout/IconCircleLabelList"/>
    <dgm:cxn modelId="{3DA34632-224D-4019-A47E-935C6318A0BA}" type="presParOf" srcId="{01AD7F4B-2CE8-4CF2-B112-0397B16290C7}" destId="{369AAD73-4180-4B5B-9889-218C2658833C}" srcOrd="0" destOrd="0" presId="urn:microsoft.com/office/officeart/2018/5/layout/IconCircleLabelList"/>
    <dgm:cxn modelId="{320259E5-311A-42FD-BB1C-E36BEF61E6A1}" type="presParOf" srcId="{01AD7F4B-2CE8-4CF2-B112-0397B16290C7}" destId="{0C3A7BF3-F45B-4D86-B1E2-0C2193A4CC6F}" srcOrd="1" destOrd="0" presId="urn:microsoft.com/office/officeart/2018/5/layout/IconCircleLabelList"/>
    <dgm:cxn modelId="{B448560E-8A73-422F-9997-85EAB8BC7687}" type="presParOf" srcId="{01AD7F4B-2CE8-4CF2-B112-0397B16290C7}" destId="{D8264B7F-0998-453D-91F1-2D3C496D6F59}" srcOrd="2" destOrd="0" presId="urn:microsoft.com/office/officeart/2018/5/layout/IconCircleLabelList"/>
    <dgm:cxn modelId="{51CB39B9-D231-42EA-AB0E-04E5E22E9C5F}" type="presParOf" srcId="{01AD7F4B-2CE8-4CF2-B112-0397B16290C7}" destId="{F2C6428C-BCC3-4D9F-A17A-94842512467F}" srcOrd="3" destOrd="0" presId="urn:microsoft.com/office/officeart/2018/5/layout/IconCircleLabelList"/>
    <dgm:cxn modelId="{C83C286A-E69A-4DE9-9997-D7A80A2C3F72}" type="presParOf" srcId="{8F21B2BC-A042-45FE-AC0B-667BBDB2398D}" destId="{CE1D6516-C1A8-4686-B796-EE79E2A91640}" srcOrd="1" destOrd="0" presId="urn:microsoft.com/office/officeart/2018/5/layout/IconCircleLabelList"/>
    <dgm:cxn modelId="{E05244BA-B451-4DB4-912A-EEFCCE9C4782}" type="presParOf" srcId="{8F21B2BC-A042-45FE-AC0B-667BBDB2398D}" destId="{BD691E5E-BE97-4D12-A458-86388E0CE58F}" srcOrd="2" destOrd="0" presId="urn:microsoft.com/office/officeart/2018/5/layout/IconCircleLabelList"/>
    <dgm:cxn modelId="{0F929044-A066-4837-B299-4B50736E47BC}" type="presParOf" srcId="{BD691E5E-BE97-4D12-A458-86388E0CE58F}" destId="{74EFA3D9-84A3-4C31-936D-AD46FA409F9E}" srcOrd="0" destOrd="0" presId="urn:microsoft.com/office/officeart/2018/5/layout/IconCircleLabelList"/>
    <dgm:cxn modelId="{55AEFDB8-B47A-43A4-B7EF-97C365AD5109}" type="presParOf" srcId="{BD691E5E-BE97-4D12-A458-86388E0CE58F}" destId="{3FFB780C-3DFC-4CA9-BA4F-1CC019FCABD2}" srcOrd="1" destOrd="0" presId="urn:microsoft.com/office/officeart/2018/5/layout/IconCircleLabelList"/>
    <dgm:cxn modelId="{54638709-7108-4DDD-AC77-6BB305F3C19E}" type="presParOf" srcId="{BD691E5E-BE97-4D12-A458-86388E0CE58F}" destId="{2DB897B6-F92F-4F33-B84A-2434C78C8DA8}" srcOrd="2" destOrd="0" presId="urn:microsoft.com/office/officeart/2018/5/layout/IconCircleLabelList"/>
    <dgm:cxn modelId="{A6585D3E-712C-4183-A653-3DBD9E47C3F4}" type="presParOf" srcId="{BD691E5E-BE97-4D12-A458-86388E0CE58F}" destId="{98D55165-85F1-4E0F-B0E5-59E4DD98E13E}" srcOrd="3" destOrd="0" presId="urn:microsoft.com/office/officeart/2018/5/layout/IconCircleLabelList"/>
    <dgm:cxn modelId="{19280C8D-16C6-4DC4-A4EA-34569AA45527}" type="presParOf" srcId="{8F21B2BC-A042-45FE-AC0B-667BBDB2398D}" destId="{B4E339CB-45A6-4A8E-BAB5-B29F43242145}" srcOrd="3" destOrd="0" presId="urn:microsoft.com/office/officeart/2018/5/layout/IconCircleLabelList"/>
    <dgm:cxn modelId="{7FBACEA8-6640-44D5-B2E1-C7A10E6BDA0C}" type="presParOf" srcId="{8F21B2BC-A042-45FE-AC0B-667BBDB2398D}" destId="{BFC7DC8A-DC37-4BF0-A3E8-DF7B596AB376}" srcOrd="4" destOrd="0" presId="urn:microsoft.com/office/officeart/2018/5/layout/IconCircleLabelList"/>
    <dgm:cxn modelId="{E4FABBC8-2E7C-40F4-AA7D-DE05B98E4F52}" type="presParOf" srcId="{BFC7DC8A-DC37-4BF0-A3E8-DF7B596AB376}" destId="{3467286C-2FE9-404A-93E4-322F45A5643B}" srcOrd="0" destOrd="0" presId="urn:microsoft.com/office/officeart/2018/5/layout/IconCircleLabelList"/>
    <dgm:cxn modelId="{F8267DEE-6099-4FB9-B9B2-B298AD1FFFF3}" type="presParOf" srcId="{BFC7DC8A-DC37-4BF0-A3E8-DF7B596AB376}" destId="{CDF69CDB-F94D-4882-AC9A-86F7BA8FACC2}" srcOrd="1" destOrd="0" presId="urn:microsoft.com/office/officeart/2018/5/layout/IconCircleLabelList"/>
    <dgm:cxn modelId="{4F69B190-72B8-4405-89FF-9B33CD6155D1}" type="presParOf" srcId="{BFC7DC8A-DC37-4BF0-A3E8-DF7B596AB376}" destId="{1E2368B3-2BFA-4D70-882D-B7FEBB3B4339}" srcOrd="2" destOrd="0" presId="urn:microsoft.com/office/officeart/2018/5/layout/IconCircleLabelList"/>
    <dgm:cxn modelId="{473E8467-F121-4E2A-8AC8-0407AD24314A}" type="presParOf" srcId="{BFC7DC8A-DC37-4BF0-A3E8-DF7B596AB376}" destId="{310839BF-6CF1-4ECD-8651-FBCD3AD82E9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7BC201-8A64-4A68-AC50-D83ECB1C1FE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54683D-7CF7-4012-8816-3D2E22D331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aseline="0" dirty="0"/>
            <a:t>Keep making significant connections and participate in organizations such as Pre-Law</a:t>
          </a:r>
          <a:endParaRPr lang="en-US" sz="1400" dirty="0"/>
        </a:p>
      </dgm:t>
    </dgm:pt>
    <dgm:pt modelId="{AE5B7B36-675E-4754-8B55-C484540E0E0C}" type="parTrans" cxnId="{608073CB-B966-4623-9EF2-7E32C102F51E}">
      <dgm:prSet/>
      <dgm:spPr/>
      <dgm:t>
        <a:bodyPr/>
        <a:lstStyle/>
        <a:p>
          <a:endParaRPr lang="en-US"/>
        </a:p>
      </dgm:t>
    </dgm:pt>
    <dgm:pt modelId="{35C94C63-E6DA-4535-90DC-6AF4F45685D4}" type="sibTrans" cxnId="{608073CB-B966-4623-9EF2-7E32C102F5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47DF63-39D8-480D-918B-08C69AD4AE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aseline="0" dirty="0"/>
            <a:t>Stay connected with St. Mary’s University, where I want to go to law school</a:t>
          </a:r>
          <a:endParaRPr lang="en-US" sz="1400" dirty="0"/>
        </a:p>
      </dgm:t>
    </dgm:pt>
    <dgm:pt modelId="{4C6F362D-CA9C-40D2-8E62-440CADBA7B04}" type="parTrans" cxnId="{DCCE40B7-CD0D-4295-A412-AD55F390EC10}">
      <dgm:prSet/>
      <dgm:spPr/>
      <dgm:t>
        <a:bodyPr/>
        <a:lstStyle/>
        <a:p>
          <a:endParaRPr lang="en-US"/>
        </a:p>
      </dgm:t>
    </dgm:pt>
    <dgm:pt modelId="{58956C0F-BE14-481E-8F83-1B9CEF41DECD}" type="sibTrans" cxnId="{DCCE40B7-CD0D-4295-A412-AD55F390EC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68BB98-EDEA-484D-B48B-AB46FA5120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aseline="0" dirty="0"/>
            <a:t>Keep developing my communication skills</a:t>
          </a:r>
        </a:p>
        <a:p>
          <a:pPr>
            <a:lnSpc>
              <a:spcPct val="100000"/>
            </a:lnSpc>
          </a:pPr>
          <a:r>
            <a:rPr lang="en-US" sz="1400" baseline="0" dirty="0"/>
            <a:t>Strive for academic excellence</a:t>
          </a:r>
        </a:p>
        <a:p>
          <a:pPr>
            <a:lnSpc>
              <a:spcPct val="100000"/>
            </a:lnSpc>
          </a:pPr>
          <a:r>
            <a:rPr lang="en-US" sz="1400" baseline="0" dirty="0"/>
            <a:t>Keep my connection to my community and loved ones</a:t>
          </a:r>
          <a:endParaRPr lang="en-US" sz="1400" dirty="0"/>
        </a:p>
      </dgm:t>
    </dgm:pt>
    <dgm:pt modelId="{2BC80A22-B25C-4BCE-A192-95BD0896B73D}" type="parTrans" cxnId="{B2142387-0E94-40FD-916D-EB5EC6B6FAFC}">
      <dgm:prSet/>
      <dgm:spPr/>
      <dgm:t>
        <a:bodyPr/>
        <a:lstStyle/>
        <a:p>
          <a:endParaRPr lang="en-US"/>
        </a:p>
      </dgm:t>
    </dgm:pt>
    <dgm:pt modelId="{EF9C7EEC-0E3B-413E-A661-A6FA00607699}" type="sibTrans" cxnId="{B2142387-0E94-40FD-916D-EB5EC6B6FAFC}">
      <dgm:prSet/>
      <dgm:spPr/>
      <dgm:t>
        <a:bodyPr/>
        <a:lstStyle/>
        <a:p>
          <a:endParaRPr lang="en-US"/>
        </a:p>
      </dgm:t>
    </dgm:pt>
    <dgm:pt modelId="{B1AB4F8B-8D62-478A-A7C9-4F81D8B912C3}" type="pres">
      <dgm:prSet presAssocID="{DB7BC201-8A64-4A68-AC50-D83ECB1C1FEA}" presName="root" presStyleCnt="0">
        <dgm:presLayoutVars>
          <dgm:dir/>
          <dgm:resizeHandles val="exact"/>
        </dgm:presLayoutVars>
      </dgm:prSet>
      <dgm:spPr/>
    </dgm:pt>
    <dgm:pt modelId="{AE7A08F0-5C46-420A-8B83-F59215331AE5}" type="pres">
      <dgm:prSet presAssocID="{DB7BC201-8A64-4A68-AC50-D83ECB1C1FEA}" presName="container" presStyleCnt="0">
        <dgm:presLayoutVars>
          <dgm:dir/>
          <dgm:resizeHandles val="exact"/>
        </dgm:presLayoutVars>
      </dgm:prSet>
      <dgm:spPr/>
    </dgm:pt>
    <dgm:pt modelId="{4017F648-89AF-4223-B6B4-579467FDAD31}" type="pres">
      <dgm:prSet presAssocID="{A754683D-7CF7-4012-8816-3D2E22D33106}" presName="compNode" presStyleCnt="0"/>
      <dgm:spPr/>
    </dgm:pt>
    <dgm:pt modelId="{7FBF824E-9FCE-4B17-A9A4-5E7B377CDD89}" type="pres">
      <dgm:prSet presAssocID="{A754683D-7CF7-4012-8816-3D2E22D33106}" presName="iconBgRect" presStyleLbl="bgShp" presStyleIdx="0" presStyleCnt="3" custLinFactNeighborX="-22876" custLinFactNeighborY="0"/>
      <dgm:spPr/>
    </dgm:pt>
    <dgm:pt modelId="{5B9D7131-60AB-49E0-B7D2-69EB116849D2}" type="pres">
      <dgm:prSet presAssocID="{A754683D-7CF7-4012-8816-3D2E22D33106}" presName="iconRect" presStyleLbl="node1" presStyleIdx="0" presStyleCnt="3" custLinFactNeighborX="-39441" custLinFactNeighborY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bg2">
              <a:lumMod val="20000"/>
              <a:lumOff val="8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C082FD9-4F59-4004-9638-4761062F128E}" type="pres">
      <dgm:prSet presAssocID="{A754683D-7CF7-4012-8816-3D2E22D33106}" presName="spaceRect" presStyleCnt="0"/>
      <dgm:spPr/>
    </dgm:pt>
    <dgm:pt modelId="{D4A7BE2C-C7FE-45FF-BD85-C5553363B4C1}" type="pres">
      <dgm:prSet presAssocID="{A754683D-7CF7-4012-8816-3D2E22D33106}" presName="textRect" presStyleLbl="revTx" presStyleIdx="0" presStyleCnt="3" custScaleX="128960" custLinFactNeighborX="294" custLinFactNeighborY="-7074">
        <dgm:presLayoutVars>
          <dgm:chMax val="1"/>
          <dgm:chPref val="1"/>
        </dgm:presLayoutVars>
      </dgm:prSet>
      <dgm:spPr/>
    </dgm:pt>
    <dgm:pt modelId="{9CFADA84-01CE-40FD-9552-2D343259A52A}" type="pres">
      <dgm:prSet presAssocID="{35C94C63-E6DA-4535-90DC-6AF4F45685D4}" presName="sibTrans" presStyleLbl="sibTrans2D1" presStyleIdx="0" presStyleCnt="0"/>
      <dgm:spPr/>
    </dgm:pt>
    <dgm:pt modelId="{441496B8-4C46-492A-A416-7E09A049B7AB}" type="pres">
      <dgm:prSet presAssocID="{EC47DF63-39D8-480D-918B-08C69AD4AE6E}" presName="compNode" presStyleCnt="0"/>
      <dgm:spPr/>
    </dgm:pt>
    <dgm:pt modelId="{8716F561-E452-4C35-B101-EC71BB7F3072}" type="pres">
      <dgm:prSet presAssocID="{EC47DF63-39D8-480D-918B-08C69AD4AE6E}" presName="iconBgRect" presStyleLbl="bgShp" presStyleIdx="1" presStyleCnt="3" custLinFactX="-193545" custLinFactY="100000" custLinFactNeighborX="-200000" custLinFactNeighborY="184892"/>
      <dgm:spPr/>
    </dgm:pt>
    <dgm:pt modelId="{D3F09F3A-E72B-4A52-A307-EE9A674A582E}" type="pres">
      <dgm:prSet presAssocID="{EC47DF63-39D8-480D-918B-08C69AD4AE6E}" presName="iconRect" presStyleLbl="node1" presStyleIdx="1" presStyleCnt="3" custLinFactX="-300000" custLinFactY="200000" custLinFactNeighborX="-380000" custLinFactNeighborY="29119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chemeClr val="bg2">
              <a:lumMod val="20000"/>
              <a:lumOff val="8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87ADEFBA-1EB7-4602-A5AB-7D8D2467678C}" type="pres">
      <dgm:prSet presAssocID="{EC47DF63-39D8-480D-918B-08C69AD4AE6E}" presName="spaceRect" presStyleCnt="0"/>
      <dgm:spPr/>
    </dgm:pt>
    <dgm:pt modelId="{0E64908B-856F-4E26-823A-ECE1E74DB25C}" type="pres">
      <dgm:prSet presAssocID="{EC47DF63-39D8-480D-918B-08C69AD4AE6E}" presName="textRect" presStyleLbl="revTx" presStyleIdx="1" presStyleCnt="3" custScaleX="111694" custLinFactX="-61664" custLinFactY="100000" custLinFactNeighborX="-100000" custLinFactNeighborY="182119">
        <dgm:presLayoutVars>
          <dgm:chMax val="1"/>
          <dgm:chPref val="1"/>
        </dgm:presLayoutVars>
      </dgm:prSet>
      <dgm:spPr/>
    </dgm:pt>
    <dgm:pt modelId="{672192AE-DBBF-4001-B2C2-A61D68974602}" type="pres">
      <dgm:prSet presAssocID="{58956C0F-BE14-481E-8F83-1B9CEF41DECD}" presName="sibTrans" presStyleLbl="sibTrans2D1" presStyleIdx="0" presStyleCnt="0"/>
      <dgm:spPr/>
    </dgm:pt>
    <dgm:pt modelId="{65B46054-5311-4C79-86D9-ED7ACB18CD7E}" type="pres">
      <dgm:prSet presAssocID="{2D68BB98-EDEA-484D-B48B-AB46FA512097}" presName="compNode" presStyleCnt="0"/>
      <dgm:spPr/>
    </dgm:pt>
    <dgm:pt modelId="{89EC567C-4E09-4385-98B3-114A6EC19063}" type="pres">
      <dgm:prSet presAssocID="{2D68BB98-EDEA-484D-B48B-AB46FA512097}" presName="iconBgRect" presStyleLbl="bgShp" presStyleIdx="2" presStyleCnt="3"/>
      <dgm:spPr/>
    </dgm:pt>
    <dgm:pt modelId="{9BA68EFD-467E-406D-A5D9-D79481348EA9}" type="pres">
      <dgm:prSet presAssocID="{2D68BB98-EDEA-484D-B48B-AB46FA5120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solidFill>
            <a:schemeClr val="bg2">
              <a:lumMod val="20000"/>
              <a:lumOff val="8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CF4B3CB-748E-47DA-B787-FBBCAF068567}" type="pres">
      <dgm:prSet presAssocID="{2D68BB98-EDEA-484D-B48B-AB46FA512097}" presName="spaceRect" presStyleCnt="0"/>
      <dgm:spPr/>
    </dgm:pt>
    <dgm:pt modelId="{DC4A18CC-04E5-46C6-BC93-89340421938B}" type="pres">
      <dgm:prSet presAssocID="{2D68BB98-EDEA-484D-B48B-AB46FA512097}" presName="textRect" presStyleLbl="revTx" presStyleIdx="2" presStyleCnt="3" custScaleX="116020" custLinFactNeighborX="9999" custLinFactNeighborY="-2079">
        <dgm:presLayoutVars>
          <dgm:chMax val="1"/>
          <dgm:chPref val="1"/>
        </dgm:presLayoutVars>
      </dgm:prSet>
      <dgm:spPr/>
    </dgm:pt>
  </dgm:ptLst>
  <dgm:cxnLst>
    <dgm:cxn modelId="{862B6001-0560-43DA-BC68-739A9968C7A2}" type="presOf" srcId="{A754683D-7CF7-4012-8816-3D2E22D33106}" destId="{D4A7BE2C-C7FE-45FF-BD85-C5553363B4C1}" srcOrd="0" destOrd="0" presId="urn:microsoft.com/office/officeart/2018/2/layout/IconCircleList"/>
    <dgm:cxn modelId="{29135558-D4E7-4447-A04E-A5A2B0D1D070}" type="presOf" srcId="{35C94C63-E6DA-4535-90DC-6AF4F45685D4}" destId="{9CFADA84-01CE-40FD-9552-2D343259A52A}" srcOrd="0" destOrd="0" presId="urn:microsoft.com/office/officeart/2018/2/layout/IconCircleList"/>
    <dgm:cxn modelId="{B2142387-0E94-40FD-916D-EB5EC6B6FAFC}" srcId="{DB7BC201-8A64-4A68-AC50-D83ECB1C1FEA}" destId="{2D68BB98-EDEA-484D-B48B-AB46FA512097}" srcOrd="2" destOrd="0" parTransId="{2BC80A22-B25C-4BCE-A192-95BD0896B73D}" sibTransId="{EF9C7EEC-0E3B-413E-A661-A6FA00607699}"/>
    <dgm:cxn modelId="{E773A98E-0586-4416-A8DE-3CCF173F15C1}" type="presOf" srcId="{EC47DF63-39D8-480D-918B-08C69AD4AE6E}" destId="{0E64908B-856F-4E26-823A-ECE1E74DB25C}" srcOrd="0" destOrd="0" presId="urn:microsoft.com/office/officeart/2018/2/layout/IconCircleList"/>
    <dgm:cxn modelId="{A374ADB2-3929-4721-B258-44B47573296D}" type="presOf" srcId="{58956C0F-BE14-481E-8F83-1B9CEF41DECD}" destId="{672192AE-DBBF-4001-B2C2-A61D68974602}" srcOrd="0" destOrd="0" presId="urn:microsoft.com/office/officeart/2018/2/layout/IconCircleList"/>
    <dgm:cxn modelId="{DCCE40B7-CD0D-4295-A412-AD55F390EC10}" srcId="{DB7BC201-8A64-4A68-AC50-D83ECB1C1FEA}" destId="{EC47DF63-39D8-480D-918B-08C69AD4AE6E}" srcOrd="1" destOrd="0" parTransId="{4C6F362D-CA9C-40D2-8E62-440CADBA7B04}" sibTransId="{58956C0F-BE14-481E-8F83-1B9CEF41DECD}"/>
    <dgm:cxn modelId="{488EF4BE-DCA4-4C67-929B-7096391924FF}" type="presOf" srcId="{DB7BC201-8A64-4A68-AC50-D83ECB1C1FEA}" destId="{B1AB4F8B-8D62-478A-A7C9-4F81D8B912C3}" srcOrd="0" destOrd="0" presId="urn:microsoft.com/office/officeart/2018/2/layout/IconCircleList"/>
    <dgm:cxn modelId="{608073CB-B966-4623-9EF2-7E32C102F51E}" srcId="{DB7BC201-8A64-4A68-AC50-D83ECB1C1FEA}" destId="{A754683D-7CF7-4012-8816-3D2E22D33106}" srcOrd="0" destOrd="0" parTransId="{AE5B7B36-675E-4754-8B55-C484540E0E0C}" sibTransId="{35C94C63-E6DA-4535-90DC-6AF4F45685D4}"/>
    <dgm:cxn modelId="{33E358E1-60BC-4F5B-BB71-ED6BFC28D448}" type="presOf" srcId="{2D68BB98-EDEA-484D-B48B-AB46FA512097}" destId="{DC4A18CC-04E5-46C6-BC93-89340421938B}" srcOrd="0" destOrd="0" presId="urn:microsoft.com/office/officeart/2018/2/layout/IconCircleList"/>
    <dgm:cxn modelId="{DCEF415B-F384-4C7B-8DED-0D4554396B12}" type="presParOf" srcId="{B1AB4F8B-8D62-478A-A7C9-4F81D8B912C3}" destId="{AE7A08F0-5C46-420A-8B83-F59215331AE5}" srcOrd="0" destOrd="0" presId="urn:microsoft.com/office/officeart/2018/2/layout/IconCircleList"/>
    <dgm:cxn modelId="{66033558-E3FB-48C0-86ED-81C5F144FD4B}" type="presParOf" srcId="{AE7A08F0-5C46-420A-8B83-F59215331AE5}" destId="{4017F648-89AF-4223-B6B4-579467FDAD31}" srcOrd="0" destOrd="0" presId="urn:microsoft.com/office/officeart/2018/2/layout/IconCircleList"/>
    <dgm:cxn modelId="{BE4B962F-B2D6-49F8-95F5-784C942BD315}" type="presParOf" srcId="{4017F648-89AF-4223-B6B4-579467FDAD31}" destId="{7FBF824E-9FCE-4B17-A9A4-5E7B377CDD89}" srcOrd="0" destOrd="0" presId="urn:microsoft.com/office/officeart/2018/2/layout/IconCircleList"/>
    <dgm:cxn modelId="{3CF9A084-195B-4945-8ADB-58A781DC8583}" type="presParOf" srcId="{4017F648-89AF-4223-B6B4-579467FDAD31}" destId="{5B9D7131-60AB-49E0-B7D2-69EB116849D2}" srcOrd="1" destOrd="0" presId="urn:microsoft.com/office/officeart/2018/2/layout/IconCircleList"/>
    <dgm:cxn modelId="{EBEC2395-2C75-4954-AE3D-0040AAE9E966}" type="presParOf" srcId="{4017F648-89AF-4223-B6B4-579467FDAD31}" destId="{CC082FD9-4F59-4004-9638-4761062F128E}" srcOrd="2" destOrd="0" presId="urn:microsoft.com/office/officeart/2018/2/layout/IconCircleList"/>
    <dgm:cxn modelId="{7A51974C-82B8-4C46-A82B-D5FEA5A0AC73}" type="presParOf" srcId="{4017F648-89AF-4223-B6B4-579467FDAD31}" destId="{D4A7BE2C-C7FE-45FF-BD85-C5553363B4C1}" srcOrd="3" destOrd="0" presId="urn:microsoft.com/office/officeart/2018/2/layout/IconCircleList"/>
    <dgm:cxn modelId="{B3144D36-0DF9-45B6-AFBA-E0F3AE458311}" type="presParOf" srcId="{AE7A08F0-5C46-420A-8B83-F59215331AE5}" destId="{9CFADA84-01CE-40FD-9552-2D343259A52A}" srcOrd="1" destOrd="0" presId="urn:microsoft.com/office/officeart/2018/2/layout/IconCircleList"/>
    <dgm:cxn modelId="{75AC0D74-B3F0-4CF2-A630-90195B1A07CF}" type="presParOf" srcId="{AE7A08F0-5C46-420A-8B83-F59215331AE5}" destId="{441496B8-4C46-492A-A416-7E09A049B7AB}" srcOrd="2" destOrd="0" presId="urn:microsoft.com/office/officeart/2018/2/layout/IconCircleList"/>
    <dgm:cxn modelId="{5129214B-565A-4EBD-8187-DDD5B09F1020}" type="presParOf" srcId="{441496B8-4C46-492A-A416-7E09A049B7AB}" destId="{8716F561-E452-4C35-B101-EC71BB7F3072}" srcOrd="0" destOrd="0" presId="urn:microsoft.com/office/officeart/2018/2/layout/IconCircleList"/>
    <dgm:cxn modelId="{8E0B6FA9-9BD7-4FD5-93DB-3CAA85A529C0}" type="presParOf" srcId="{441496B8-4C46-492A-A416-7E09A049B7AB}" destId="{D3F09F3A-E72B-4A52-A307-EE9A674A582E}" srcOrd="1" destOrd="0" presId="urn:microsoft.com/office/officeart/2018/2/layout/IconCircleList"/>
    <dgm:cxn modelId="{BCAD188A-5F2A-4D87-9473-FC9C31296A60}" type="presParOf" srcId="{441496B8-4C46-492A-A416-7E09A049B7AB}" destId="{87ADEFBA-1EB7-4602-A5AB-7D8D2467678C}" srcOrd="2" destOrd="0" presId="urn:microsoft.com/office/officeart/2018/2/layout/IconCircleList"/>
    <dgm:cxn modelId="{CF9741A1-E4B8-47F8-9E15-A8F2C3BF59FF}" type="presParOf" srcId="{441496B8-4C46-492A-A416-7E09A049B7AB}" destId="{0E64908B-856F-4E26-823A-ECE1E74DB25C}" srcOrd="3" destOrd="0" presId="urn:microsoft.com/office/officeart/2018/2/layout/IconCircleList"/>
    <dgm:cxn modelId="{FF5ADA6E-DC74-476A-B972-5D9227B37472}" type="presParOf" srcId="{AE7A08F0-5C46-420A-8B83-F59215331AE5}" destId="{672192AE-DBBF-4001-B2C2-A61D68974602}" srcOrd="3" destOrd="0" presId="urn:microsoft.com/office/officeart/2018/2/layout/IconCircleList"/>
    <dgm:cxn modelId="{BFDF2A68-2494-4442-B7D0-BB931EC01682}" type="presParOf" srcId="{AE7A08F0-5C46-420A-8B83-F59215331AE5}" destId="{65B46054-5311-4C79-86D9-ED7ACB18CD7E}" srcOrd="4" destOrd="0" presId="urn:microsoft.com/office/officeart/2018/2/layout/IconCircleList"/>
    <dgm:cxn modelId="{9EC8C06A-A474-43A6-8642-FBBD1110AAB6}" type="presParOf" srcId="{65B46054-5311-4C79-86D9-ED7ACB18CD7E}" destId="{89EC567C-4E09-4385-98B3-114A6EC19063}" srcOrd="0" destOrd="0" presId="urn:microsoft.com/office/officeart/2018/2/layout/IconCircleList"/>
    <dgm:cxn modelId="{CAF6B74D-2839-4147-9282-308C3E5F8807}" type="presParOf" srcId="{65B46054-5311-4C79-86D9-ED7ACB18CD7E}" destId="{9BA68EFD-467E-406D-A5D9-D79481348EA9}" srcOrd="1" destOrd="0" presId="urn:microsoft.com/office/officeart/2018/2/layout/IconCircleList"/>
    <dgm:cxn modelId="{7AA38EAC-C961-42BD-9710-780614F395FA}" type="presParOf" srcId="{65B46054-5311-4C79-86D9-ED7ACB18CD7E}" destId="{ACF4B3CB-748E-47DA-B787-FBBCAF068567}" srcOrd="2" destOrd="0" presId="urn:microsoft.com/office/officeart/2018/2/layout/IconCircleList"/>
    <dgm:cxn modelId="{7FC4A1AD-65A9-4B98-8B83-23FC1C2EE5AF}" type="presParOf" srcId="{65B46054-5311-4C79-86D9-ED7ACB18CD7E}" destId="{DC4A18CC-04E5-46C6-BC93-89340421938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A126C16-009B-4EAD-B696-512B6D6D6A80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B72F015-C12C-4780-AC1C-E4A1D5F9A171}">
      <dgm:prSet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r>
            <a:rPr lang="en-US" baseline="0" dirty="0"/>
            <a:t>Becoming an attorney seemed like a </a:t>
          </a:r>
          <a:r>
            <a:rPr lang="en-US" b="1" baseline="0" dirty="0"/>
            <a:t>daunting </a:t>
          </a:r>
          <a:r>
            <a:rPr lang="en-US" baseline="0" dirty="0"/>
            <a:t>concept</a:t>
          </a:r>
          <a:endParaRPr lang="en-US" dirty="0"/>
        </a:p>
      </dgm:t>
    </dgm:pt>
    <dgm:pt modelId="{B9BD0D35-C612-46D2-BC48-961DA294B4DC}" type="parTrans" cxnId="{E8479506-DE0A-4E74-961B-83BE8A99A225}">
      <dgm:prSet/>
      <dgm:spPr/>
      <dgm:t>
        <a:bodyPr/>
        <a:lstStyle/>
        <a:p>
          <a:endParaRPr lang="en-US"/>
        </a:p>
      </dgm:t>
    </dgm:pt>
    <dgm:pt modelId="{96E3EE00-1B0D-4470-B196-D6A65D695B6F}" type="sibTrans" cxnId="{E8479506-DE0A-4E74-961B-83BE8A99A225}">
      <dgm:prSet/>
      <dgm:spPr/>
      <dgm:t>
        <a:bodyPr/>
        <a:lstStyle/>
        <a:p>
          <a:endParaRPr lang="en-US"/>
        </a:p>
      </dgm:t>
    </dgm:pt>
    <dgm:pt modelId="{C68A9668-4378-442F-8A22-DFD5FCFBE81F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aseline="0" dirty="0"/>
            <a:t>Knowing others such as Rudy manage to have a happy family life whilst doing what they love is </a:t>
          </a:r>
          <a:r>
            <a:rPr lang="en-US" i="0" u="sng" baseline="0" dirty="0"/>
            <a:t>reassuring</a:t>
          </a:r>
          <a:r>
            <a:rPr lang="en-US" baseline="0" dirty="0"/>
            <a:t> to say the least</a:t>
          </a:r>
          <a:endParaRPr lang="en-US" dirty="0"/>
        </a:p>
      </dgm:t>
    </dgm:pt>
    <dgm:pt modelId="{53E44A06-8D2E-4F36-A745-7B8739EA36B1}" type="parTrans" cxnId="{1BC9722B-11BD-4050-9041-4B9ABCEBAC89}">
      <dgm:prSet/>
      <dgm:spPr/>
      <dgm:t>
        <a:bodyPr/>
        <a:lstStyle/>
        <a:p>
          <a:endParaRPr lang="en-US"/>
        </a:p>
      </dgm:t>
    </dgm:pt>
    <dgm:pt modelId="{A156F942-714B-4D6A-B28E-5E3354F9E0C0}" type="sibTrans" cxnId="{1BC9722B-11BD-4050-9041-4B9ABCEBAC89}">
      <dgm:prSet/>
      <dgm:spPr/>
      <dgm:t>
        <a:bodyPr/>
        <a:lstStyle/>
        <a:p>
          <a:endParaRPr lang="en-US"/>
        </a:p>
      </dgm:t>
    </dgm:pt>
    <dgm:pt modelId="{ACE22F63-A37D-4E9A-8F0B-CFA17353B5E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baseline="0" dirty="0"/>
            <a:t>Although many skills are required, having the legal knowledge is essential in this age and country, something </a:t>
          </a:r>
          <a:r>
            <a:rPr lang="en-US" i="1" u="none" baseline="0" dirty="0"/>
            <a:t>I am willing to have</a:t>
          </a:r>
          <a:endParaRPr lang="en-US" i="1" u="none" dirty="0"/>
        </a:p>
      </dgm:t>
    </dgm:pt>
    <dgm:pt modelId="{8FEDDDCC-69C2-4AC0-9D46-C424654454DD}" type="parTrans" cxnId="{FA726C86-60F4-4573-A3CA-4C2469CEA21C}">
      <dgm:prSet/>
      <dgm:spPr/>
      <dgm:t>
        <a:bodyPr/>
        <a:lstStyle/>
        <a:p>
          <a:endParaRPr lang="en-US"/>
        </a:p>
      </dgm:t>
    </dgm:pt>
    <dgm:pt modelId="{01DFCCC1-3B77-4C92-8C82-A53DD13E6FFC}" type="sibTrans" cxnId="{FA726C86-60F4-4573-A3CA-4C2469CEA21C}">
      <dgm:prSet/>
      <dgm:spPr/>
      <dgm:t>
        <a:bodyPr/>
        <a:lstStyle/>
        <a:p>
          <a:endParaRPr lang="en-US"/>
        </a:p>
      </dgm:t>
    </dgm:pt>
    <dgm:pt modelId="{26606B88-59A2-42DA-9FE5-C8C1210DD1FC}" type="pres">
      <dgm:prSet presAssocID="{BA126C16-009B-4EAD-B696-512B6D6D6A80}" presName="outerComposite" presStyleCnt="0">
        <dgm:presLayoutVars>
          <dgm:chMax val="5"/>
          <dgm:dir/>
          <dgm:resizeHandles val="exact"/>
        </dgm:presLayoutVars>
      </dgm:prSet>
      <dgm:spPr/>
    </dgm:pt>
    <dgm:pt modelId="{0054CCA0-3314-40FA-BA52-6DF0A8193C77}" type="pres">
      <dgm:prSet presAssocID="{BA126C16-009B-4EAD-B696-512B6D6D6A80}" presName="dummyMaxCanvas" presStyleCnt="0">
        <dgm:presLayoutVars/>
      </dgm:prSet>
      <dgm:spPr/>
    </dgm:pt>
    <dgm:pt modelId="{95411795-3872-4678-830F-87E69A211064}" type="pres">
      <dgm:prSet presAssocID="{BA126C16-009B-4EAD-B696-512B6D6D6A80}" presName="ThreeNodes_1" presStyleLbl="node1" presStyleIdx="0" presStyleCnt="3">
        <dgm:presLayoutVars>
          <dgm:bulletEnabled val="1"/>
        </dgm:presLayoutVars>
      </dgm:prSet>
      <dgm:spPr/>
    </dgm:pt>
    <dgm:pt modelId="{BCA44717-CCE4-4E12-A202-482DD5A64B90}" type="pres">
      <dgm:prSet presAssocID="{BA126C16-009B-4EAD-B696-512B6D6D6A80}" presName="ThreeNodes_2" presStyleLbl="node1" presStyleIdx="1" presStyleCnt="3">
        <dgm:presLayoutVars>
          <dgm:bulletEnabled val="1"/>
        </dgm:presLayoutVars>
      </dgm:prSet>
      <dgm:spPr/>
    </dgm:pt>
    <dgm:pt modelId="{A3603FCC-CC96-43A5-9446-1FC088F28EE6}" type="pres">
      <dgm:prSet presAssocID="{BA126C16-009B-4EAD-B696-512B6D6D6A80}" presName="ThreeNodes_3" presStyleLbl="node1" presStyleIdx="2" presStyleCnt="3">
        <dgm:presLayoutVars>
          <dgm:bulletEnabled val="1"/>
        </dgm:presLayoutVars>
      </dgm:prSet>
      <dgm:spPr/>
    </dgm:pt>
    <dgm:pt modelId="{527D22AF-2AAC-4121-AEC3-8099B167D839}" type="pres">
      <dgm:prSet presAssocID="{BA126C16-009B-4EAD-B696-512B6D6D6A80}" presName="ThreeConn_1-2" presStyleLbl="fgAccFollowNode1" presStyleIdx="0" presStyleCnt="2">
        <dgm:presLayoutVars>
          <dgm:bulletEnabled val="1"/>
        </dgm:presLayoutVars>
      </dgm:prSet>
      <dgm:spPr/>
    </dgm:pt>
    <dgm:pt modelId="{B5D43C86-97BD-4E81-A5D7-D3234E4CA032}" type="pres">
      <dgm:prSet presAssocID="{BA126C16-009B-4EAD-B696-512B6D6D6A80}" presName="ThreeConn_2-3" presStyleLbl="fgAccFollowNode1" presStyleIdx="1" presStyleCnt="2">
        <dgm:presLayoutVars>
          <dgm:bulletEnabled val="1"/>
        </dgm:presLayoutVars>
      </dgm:prSet>
      <dgm:spPr/>
    </dgm:pt>
    <dgm:pt modelId="{6FB7C7A2-732F-4E91-B29E-9E0D88C40A0D}" type="pres">
      <dgm:prSet presAssocID="{BA126C16-009B-4EAD-B696-512B6D6D6A80}" presName="ThreeNodes_1_text" presStyleLbl="node1" presStyleIdx="2" presStyleCnt="3">
        <dgm:presLayoutVars>
          <dgm:bulletEnabled val="1"/>
        </dgm:presLayoutVars>
      </dgm:prSet>
      <dgm:spPr/>
    </dgm:pt>
    <dgm:pt modelId="{DC38A6E0-5D03-4650-A9A9-0ED87CA04C60}" type="pres">
      <dgm:prSet presAssocID="{BA126C16-009B-4EAD-B696-512B6D6D6A80}" presName="ThreeNodes_2_text" presStyleLbl="node1" presStyleIdx="2" presStyleCnt="3">
        <dgm:presLayoutVars>
          <dgm:bulletEnabled val="1"/>
        </dgm:presLayoutVars>
      </dgm:prSet>
      <dgm:spPr/>
    </dgm:pt>
    <dgm:pt modelId="{41DB5744-B1AF-4DEA-9FD0-A5ED7E775C91}" type="pres">
      <dgm:prSet presAssocID="{BA126C16-009B-4EAD-B696-512B6D6D6A8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52FE205-9AF3-4DC1-B6A6-B72946622AEB}" type="presOf" srcId="{C68A9668-4378-442F-8A22-DFD5FCFBE81F}" destId="{BCA44717-CCE4-4E12-A202-482DD5A64B90}" srcOrd="0" destOrd="0" presId="urn:microsoft.com/office/officeart/2005/8/layout/vProcess5"/>
    <dgm:cxn modelId="{E8479506-DE0A-4E74-961B-83BE8A99A225}" srcId="{BA126C16-009B-4EAD-B696-512B6D6D6A80}" destId="{FB72F015-C12C-4780-AC1C-E4A1D5F9A171}" srcOrd="0" destOrd="0" parTransId="{B9BD0D35-C612-46D2-BC48-961DA294B4DC}" sibTransId="{96E3EE00-1B0D-4470-B196-D6A65D695B6F}"/>
    <dgm:cxn modelId="{E7EA161D-B00C-4F51-B19A-3116EEA09DF0}" type="presOf" srcId="{ACE22F63-A37D-4E9A-8F0B-CFA17353B5E3}" destId="{A3603FCC-CC96-43A5-9446-1FC088F28EE6}" srcOrd="0" destOrd="0" presId="urn:microsoft.com/office/officeart/2005/8/layout/vProcess5"/>
    <dgm:cxn modelId="{DAD7D621-5EAF-44D9-B4C7-020CA66EB716}" type="presOf" srcId="{ACE22F63-A37D-4E9A-8F0B-CFA17353B5E3}" destId="{41DB5744-B1AF-4DEA-9FD0-A5ED7E775C91}" srcOrd="1" destOrd="0" presId="urn:microsoft.com/office/officeart/2005/8/layout/vProcess5"/>
    <dgm:cxn modelId="{1BC9722B-11BD-4050-9041-4B9ABCEBAC89}" srcId="{BA126C16-009B-4EAD-B696-512B6D6D6A80}" destId="{C68A9668-4378-442F-8A22-DFD5FCFBE81F}" srcOrd="1" destOrd="0" parTransId="{53E44A06-8D2E-4F36-A745-7B8739EA36B1}" sibTransId="{A156F942-714B-4D6A-B28E-5E3354F9E0C0}"/>
    <dgm:cxn modelId="{398EA044-AEFA-49D1-86D4-E2BD6A20912A}" type="presOf" srcId="{FB72F015-C12C-4780-AC1C-E4A1D5F9A171}" destId="{95411795-3872-4678-830F-87E69A211064}" srcOrd="0" destOrd="0" presId="urn:microsoft.com/office/officeart/2005/8/layout/vProcess5"/>
    <dgm:cxn modelId="{506C5A67-029A-4D8E-BC04-28691B3F0C28}" type="presOf" srcId="{BA126C16-009B-4EAD-B696-512B6D6D6A80}" destId="{26606B88-59A2-42DA-9FE5-C8C1210DD1FC}" srcOrd="0" destOrd="0" presId="urn:microsoft.com/office/officeart/2005/8/layout/vProcess5"/>
    <dgm:cxn modelId="{FA726C86-60F4-4573-A3CA-4C2469CEA21C}" srcId="{BA126C16-009B-4EAD-B696-512B6D6D6A80}" destId="{ACE22F63-A37D-4E9A-8F0B-CFA17353B5E3}" srcOrd="2" destOrd="0" parTransId="{8FEDDDCC-69C2-4AC0-9D46-C424654454DD}" sibTransId="{01DFCCC1-3B77-4C92-8C82-A53DD13E6FFC}"/>
    <dgm:cxn modelId="{7D09129B-C82C-4582-9B62-7D4BAF88DFBC}" type="presOf" srcId="{A156F942-714B-4D6A-B28E-5E3354F9E0C0}" destId="{B5D43C86-97BD-4E81-A5D7-D3234E4CA032}" srcOrd="0" destOrd="0" presId="urn:microsoft.com/office/officeart/2005/8/layout/vProcess5"/>
    <dgm:cxn modelId="{95DB9BBA-E734-48A9-ABB2-BCCA4460AFD6}" type="presOf" srcId="{C68A9668-4378-442F-8A22-DFD5FCFBE81F}" destId="{DC38A6E0-5D03-4650-A9A9-0ED87CA04C60}" srcOrd="1" destOrd="0" presId="urn:microsoft.com/office/officeart/2005/8/layout/vProcess5"/>
    <dgm:cxn modelId="{AC9800BE-7111-4785-B2C4-8C731BA530AB}" type="presOf" srcId="{96E3EE00-1B0D-4470-B196-D6A65D695B6F}" destId="{527D22AF-2AAC-4121-AEC3-8099B167D839}" srcOrd="0" destOrd="0" presId="urn:microsoft.com/office/officeart/2005/8/layout/vProcess5"/>
    <dgm:cxn modelId="{C69D94E9-DA5E-4C2F-A95A-ABB610BAD8AC}" type="presOf" srcId="{FB72F015-C12C-4780-AC1C-E4A1D5F9A171}" destId="{6FB7C7A2-732F-4E91-B29E-9E0D88C40A0D}" srcOrd="1" destOrd="0" presId="urn:microsoft.com/office/officeart/2005/8/layout/vProcess5"/>
    <dgm:cxn modelId="{AC778ADE-0576-4EF7-B89C-D034747D18BC}" type="presParOf" srcId="{26606B88-59A2-42DA-9FE5-C8C1210DD1FC}" destId="{0054CCA0-3314-40FA-BA52-6DF0A8193C77}" srcOrd="0" destOrd="0" presId="urn:microsoft.com/office/officeart/2005/8/layout/vProcess5"/>
    <dgm:cxn modelId="{7AA51227-6F13-4490-8814-4520D89880C9}" type="presParOf" srcId="{26606B88-59A2-42DA-9FE5-C8C1210DD1FC}" destId="{95411795-3872-4678-830F-87E69A211064}" srcOrd="1" destOrd="0" presId="urn:microsoft.com/office/officeart/2005/8/layout/vProcess5"/>
    <dgm:cxn modelId="{A7CAB156-B746-469E-83CA-4AC197F7423C}" type="presParOf" srcId="{26606B88-59A2-42DA-9FE5-C8C1210DD1FC}" destId="{BCA44717-CCE4-4E12-A202-482DD5A64B90}" srcOrd="2" destOrd="0" presId="urn:microsoft.com/office/officeart/2005/8/layout/vProcess5"/>
    <dgm:cxn modelId="{984CA510-ACDF-43C1-8FDA-1F4D5CD6F4E5}" type="presParOf" srcId="{26606B88-59A2-42DA-9FE5-C8C1210DD1FC}" destId="{A3603FCC-CC96-43A5-9446-1FC088F28EE6}" srcOrd="3" destOrd="0" presId="urn:microsoft.com/office/officeart/2005/8/layout/vProcess5"/>
    <dgm:cxn modelId="{106C3EBE-93AE-4816-B40D-0CBAC384F849}" type="presParOf" srcId="{26606B88-59A2-42DA-9FE5-C8C1210DD1FC}" destId="{527D22AF-2AAC-4121-AEC3-8099B167D839}" srcOrd="4" destOrd="0" presId="urn:microsoft.com/office/officeart/2005/8/layout/vProcess5"/>
    <dgm:cxn modelId="{0BB35481-4065-4C69-B920-5872A83424AE}" type="presParOf" srcId="{26606B88-59A2-42DA-9FE5-C8C1210DD1FC}" destId="{B5D43C86-97BD-4E81-A5D7-D3234E4CA032}" srcOrd="5" destOrd="0" presId="urn:microsoft.com/office/officeart/2005/8/layout/vProcess5"/>
    <dgm:cxn modelId="{5E057705-4F60-4451-99C4-86E4E570AFF7}" type="presParOf" srcId="{26606B88-59A2-42DA-9FE5-C8C1210DD1FC}" destId="{6FB7C7A2-732F-4E91-B29E-9E0D88C40A0D}" srcOrd="6" destOrd="0" presId="urn:microsoft.com/office/officeart/2005/8/layout/vProcess5"/>
    <dgm:cxn modelId="{7DFAF3AD-B2E5-4D94-8455-C0CA6DD575D8}" type="presParOf" srcId="{26606B88-59A2-42DA-9FE5-C8C1210DD1FC}" destId="{DC38A6E0-5D03-4650-A9A9-0ED87CA04C60}" srcOrd="7" destOrd="0" presId="urn:microsoft.com/office/officeart/2005/8/layout/vProcess5"/>
    <dgm:cxn modelId="{F8460E64-8AA0-48CC-B0B5-34638919B41D}" type="presParOf" srcId="{26606B88-59A2-42DA-9FE5-C8C1210DD1FC}" destId="{41DB5744-B1AF-4DEA-9FD0-A5ED7E775C9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68452-7297-4CF8-B78E-AC224DC22D89}">
      <dsp:nvSpPr>
        <dsp:cNvPr id="0" name=""/>
        <dsp:cNvSpPr/>
      </dsp:nvSpPr>
      <dsp:spPr>
        <a:xfrm>
          <a:off x="0" y="518"/>
          <a:ext cx="4237185" cy="12130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3A4F2-0A27-444D-A19A-7C03A6639268}">
      <dsp:nvSpPr>
        <dsp:cNvPr id="0" name=""/>
        <dsp:cNvSpPr/>
      </dsp:nvSpPr>
      <dsp:spPr>
        <a:xfrm>
          <a:off x="366934" y="273445"/>
          <a:ext cx="667153" cy="6671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20204-4302-4A24-B90D-658321D1FA24}">
      <dsp:nvSpPr>
        <dsp:cNvPr id="0" name=""/>
        <dsp:cNvSpPr/>
      </dsp:nvSpPr>
      <dsp:spPr>
        <a:xfrm>
          <a:off x="1401023" y="518"/>
          <a:ext cx="2836161" cy="1213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77" tIns="128377" rIns="128377" bIns="12837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/>
            <a:t>•  Rodolfo “Rudy” Morales III</a:t>
          </a:r>
          <a:endParaRPr lang="en-US" sz="2000" b="1" kern="1200" dirty="0"/>
        </a:p>
      </dsp:txBody>
      <dsp:txXfrm>
        <a:off x="1401023" y="518"/>
        <a:ext cx="2836161" cy="1213007"/>
      </dsp:txXfrm>
    </dsp:sp>
    <dsp:sp modelId="{1E515B33-1118-46A9-9547-A60424C8419C}">
      <dsp:nvSpPr>
        <dsp:cNvPr id="0" name=""/>
        <dsp:cNvSpPr/>
      </dsp:nvSpPr>
      <dsp:spPr>
        <a:xfrm>
          <a:off x="0" y="1516777"/>
          <a:ext cx="4237185" cy="1213007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798C4-CA19-42E1-BF11-0F50D2B29FF4}">
      <dsp:nvSpPr>
        <dsp:cNvPr id="0" name=""/>
        <dsp:cNvSpPr/>
      </dsp:nvSpPr>
      <dsp:spPr>
        <a:xfrm>
          <a:off x="366934" y="1789704"/>
          <a:ext cx="667153" cy="6671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5E22C-9FB3-4412-8140-EE0A1974744A}">
      <dsp:nvSpPr>
        <dsp:cNvPr id="0" name=""/>
        <dsp:cNvSpPr/>
      </dsp:nvSpPr>
      <dsp:spPr>
        <a:xfrm>
          <a:off x="1401023" y="1516777"/>
          <a:ext cx="2836161" cy="1213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77" tIns="128377" rIns="128377" bIns="12837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/>
            <a:t>• </a:t>
          </a:r>
          <a:r>
            <a:rPr lang="en-US" sz="2000" b="1" kern="1200" dirty="0"/>
            <a:t>Lawyer for City of Laredo</a:t>
          </a:r>
        </a:p>
      </dsp:txBody>
      <dsp:txXfrm>
        <a:off x="1401023" y="1516777"/>
        <a:ext cx="2836161" cy="1213007"/>
      </dsp:txXfrm>
    </dsp:sp>
    <dsp:sp modelId="{15CFD876-8E66-41A9-BE76-1DD714E50AFF}">
      <dsp:nvSpPr>
        <dsp:cNvPr id="0" name=""/>
        <dsp:cNvSpPr/>
      </dsp:nvSpPr>
      <dsp:spPr>
        <a:xfrm>
          <a:off x="0" y="3033036"/>
          <a:ext cx="4237185" cy="12130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97917-CCD7-41B3-B94E-72BAE81DCA28}">
      <dsp:nvSpPr>
        <dsp:cNvPr id="0" name=""/>
        <dsp:cNvSpPr/>
      </dsp:nvSpPr>
      <dsp:spPr>
        <a:xfrm>
          <a:off x="366934" y="3305963"/>
          <a:ext cx="667153" cy="6671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6D83A-FA58-4EB9-BA80-E06D918FA4C4}">
      <dsp:nvSpPr>
        <dsp:cNvPr id="0" name=""/>
        <dsp:cNvSpPr/>
      </dsp:nvSpPr>
      <dsp:spPr>
        <a:xfrm>
          <a:off x="1401023" y="3033036"/>
          <a:ext cx="2836161" cy="1213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77" tIns="128377" rIns="128377" bIns="12837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/>
            <a:t>• Awarded </a:t>
          </a:r>
          <a:r>
            <a:rPr lang="en-US" sz="2000" b="1" i="1" u="none" kern="1200" dirty="0"/>
            <a:t>“Professional of The Year” in </a:t>
          </a:r>
          <a:r>
            <a:rPr lang="en-US" sz="2000" b="1" kern="1200" dirty="0"/>
            <a:t>2015</a:t>
          </a:r>
        </a:p>
      </dsp:txBody>
      <dsp:txXfrm>
        <a:off x="1401023" y="3033036"/>
        <a:ext cx="2836161" cy="1213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CA04F-0CA1-44B8-BD8B-97C5355A2F5B}">
      <dsp:nvSpPr>
        <dsp:cNvPr id="0" name=""/>
        <dsp:cNvSpPr/>
      </dsp:nvSpPr>
      <dsp:spPr>
        <a:xfrm>
          <a:off x="954633" y="399931"/>
          <a:ext cx="1518750" cy="1518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27C76-6E41-432C-8F43-94E17945496D}">
      <dsp:nvSpPr>
        <dsp:cNvPr id="0" name=""/>
        <dsp:cNvSpPr/>
      </dsp:nvSpPr>
      <dsp:spPr>
        <a:xfrm>
          <a:off x="26508" y="2429046"/>
          <a:ext cx="3375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He wanted to make a “</a:t>
          </a:r>
          <a:r>
            <a:rPr lang="en-US" sz="1500" i="1" kern="1200" baseline="0" dirty="0"/>
            <a:t>positive impact in [his] community and help people navigate complex legal issues.</a:t>
          </a:r>
          <a:r>
            <a:rPr lang="en-US" sz="1500" kern="1200" baseline="0" dirty="0"/>
            <a:t>”</a:t>
          </a:r>
          <a:endParaRPr lang="en-US" sz="1500" kern="1200" dirty="0"/>
        </a:p>
      </dsp:txBody>
      <dsp:txXfrm>
        <a:off x="26508" y="2429046"/>
        <a:ext cx="3375000" cy="1372500"/>
      </dsp:txXfrm>
    </dsp:sp>
    <dsp:sp modelId="{809D13A0-96D2-47EB-B4C1-30138CDC8B99}">
      <dsp:nvSpPr>
        <dsp:cNvPr id="0" name=""/>
        <dsp:cNvSpPr/>
      </dsp:nvSpPr>
      <dsp:spPr>
        <a:xfrm>
          <a:off x="4920259" y="399931"/>
          <a:ext cx="1518750" cy="1518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26A92-9792-4DE2-83AC-9B118E01F19B}">
      <dsp:nvSpPr>
        <dsp:cNvPr id="0" name=""/>
        <dsp:cNvSpPr/>
      </dsp:nvSpPr>
      <dsp:spPr>
        <a:xfrm>
          <a:off x="3992134" y="2429046"/>
          <a:ext cx="3375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Just like Rudy, I want to advocate for fairness for both myself and others.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I want to be able to represent myself and my company in court, and I want to have the safeguard of being able to work as an attorney if things go wrong</a:t>
          </a:r>
        </a:p>
      </dsp:txBody>
      <dsp:txXfrm>
        <a:off x="3992134" y="2429046"/>
        <a:ext cx="3375000" cy="137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4487F3-648C-415C-907D-1DC229F9D0BD}">
      <dsp:nvSpPr>
        <dsp:cNvPr id="0" name=""/>
        <dsp:cNvSpPr/>
      </dsp:nvSpPr>
      <dsp:spPr>
        <a:xfrm>
          <a:off x="-14520" y="492153"/>
          <a:ext cx="6589301" cy="1472433"/>
        </a:xfrm>
        <a:prstGeom prst="roundRect">
          <a:avLst>
            <a:gd name="adj" fmla="val 10000"/>
          </a:avLst>
        </a:prstGeom>
        <a:solidFill>
          <a:schemeClr val="bg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576BF-65CE-4144-989E-835B3A01AD78}">
      <dsp:nvSpPr>
        <dsp:cNvPr id="0" name=""/>
        <dsp:cNvSpPr/>
      </dsp:nvSpPr>
      <dsp:spPr>
        <a:xfrm>
          <a:off x="592652" y="711540"/>
          <a:ext cx="1083779" cy="1081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DFD23-950D-4A24-90DB-D4576B55CB68}">
      <dsp:nvSpPr>
        <dsp:cNvPr id="0" name=""/>
        <dsp:cNvSpPr/>
      </dsp:nvSpPr>
      <dsp:spPr>
        <a:xfrm>
          <a:off x="2040180" y="224905"/>
          <a:ext cx="4253160" cy="1968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342" tIns="208342" rIns="208342" bIns="2083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Just as Rudy answered to one of my questions, I too want to undergo the challenge of pursuing law to have the enjoyment of </a:t>
          </a:r>
          <a:r>
            <a:rPr lang="en-US" sz="1800" i="1" kern="1200" baseline="0" dirty="0"/>
            <a:t>“seeing positive change”.</a:t>
          </a:r>
          <a:endParaRPr lang="en-US" sz="1800" i="1" kern="1200" dirty="0"/>
        </a:p>
      </dsp:txBody>
      <dsp:txXfrm>
        <a:off x="2040180" y="224905"/>
        <a:ext cx="4253160" cy="1968584"/>
      </dsp:txXfrm>
    </dsp:sp>
    <dsp:sp modelId="{DC84F0CD-538F-4E36-86CC-C1F72BA53A74}">
      <dsp:nvSpPr>
        <dsp:cNvPr id="0" name=""/>
        <dsp:cNvSpPr/>
      </dsp:nvSpPr>
      <dsp:spPr>
        <a:xfrm>
          <a:off x="-14520" y="2298268"/>
          <a:ext cx="6589301" cy="19685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4C6ED-425D-4DD8-AD68-37471AE1E515}">
      <dsp:nvSpPr>
        <dsp:cNvPr id="0" name=""/>
        <dsp:cNvSpPr/>
      </dsp:nvSpPr>
      <dsp:spPr>
        <a:xfrm>
          <a:off x="580395" y="2741728"/>
          <a:ext cx="1083779" cy="1081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A52C2-28B9-45FD-BE00-E21E134FEEFC}">
      <dsp:nvSpPr>
        <dsp:cNvPr id="0" name=""/>
        <dsp:cNvSpPr/>
      </dsp:nvSpPr>
      <dsp:spPr>
        <a:xfrm>
          <a:off x="2004623" y="2283498"/>
          <a:ext cx="4436301" cy="1968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342" tIns="208342" rIns="208342" bIns="2083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/>
            <a:t>I resonated a lot with Rudy when he said, </a:t>
          </a:r>
          <a:r>
            <a:rPr lang="en-US" sz="1600" i="1" kern="1200" baseline="0" dirty="0"/>
            <a:t>“I make time for my family –my wife and two children–by setting boundaries between professional and personal time.”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/>
            <a:t>To me, the people special to me are the most important thing in my life, I never want to forget that.</a:t>
          </a:r>
          <a:endParaRPr lang="en-US" sz="1600" kern="1200" dirty="0"/>
        </a:p>
      </dsp:txBody>
      <dsp:txXfrm>
        <a:off x="2004623" y="2283498"/>
        <a:ext cx="4436301" cy="19685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A4179-2242-4885-9B69-B94CC9A99F9D}">
      <dsp:nvSpPr>
        <dsp:cNvPr id="0" name=""/>
        <dsp:cNvSpPr/>
      </dsp:nvSpPr>
      <dsp:spPr>
        <a:xfrm>
          <a:off x="0" y="3162674"/>
          <a:ext cx="7393643" cy="1038060"/>
        </a:xfrm>
        <a:prstGeom prst="rect">
          <a:avLst/>
        </a:prstGeom>
        <a:solidFill>
          <a:schemeClr val="accent2">
            <a:lumMod val="75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However, to become a truly successful attorney, I need multiple skills such as logical reasoning, oral advocacy, attention to detail, moral reasoning, empathy and negotiation, and persistence</a:t>
          </a:r>
          <a:endParaRPr lang="en-US" sz="1800" kern="1200"/>
        </a:p>
      </dsp:txBody>
      <dsp:txXfrm>
        <a:off x="0" y="3162674"/>
        <a:ext cx="7393643" cy="1038060"/>
      </dsp:txXfrm>
    </dsp:sp>
    <dsp:sp modelId="{E4FDEC5F-4415-4B58-A31D-B32853F95D15}">
      <dsp:nvSpPr>
        <dsp:cNvPr id="0" name=""/>
        <dsp:cNvSpPr/>
      </dsp:nvSpPr>
      <dsp:spPr>
        <a:xfrm rot="10800000">
          <a:off x="0" y="1581708"/>
          <a:ext cx="7393643" cy="1596537"/>
        </a:xfrm>
        <a:prstGeom prst="upArrowCallout">
          <a:avLst/>
        </a:prstGeom>
        <a:solidFill>
          <a:schemeClr val="accent3">
            <a:lumMod val="75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Then, I need to apply to law school, graduate after 3 years, and pass the bar exam</a:t>
          </a:r>
          <a:endParaRPr lang="en-US" sz="1800" kern="1200"/>
        </a:p>
      </dsp:txBody>
      <dsp:txXfrm rot="10800000">
        <a:off x="0" y="1581708"/>
        <a:ext cx="7393643" cy="1037382"/>
      </dsp:txXfrm>
    </dsp:sp>
    <dsp:sp modelId="{BD722DA6-0E0F-44DF-AEDA-A12FB9EABAB8}">
      <dsp:nvSpPr>
        <dsp:cNvPr id="0" name=""/>
        <dsp:cNvSpPr/>
      </dsp:nvSpPr>
      <dsp:spPr>
        <a:xfrm rot="10800000">
          <a:off x="0" y="742"/>
          <a:ext cx="7393643" cy="1596537"/>
        </a:xfrm>
        <a:prstGeom prst="upArrowCallout">
          <a:avLst/>
        </a:prstGeom>
        <a:solidFill>
          <a:schemeClr val="accent1">
            <a:lumMod val="75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First, I need to get my Bachelor’s degree</a:t>
          </a:r>
          <a:endParaRPr lang="en-US" sz="1800" kern="1200" dirty="0"/>
        </a:p>
      </dsp:txBody>
      <dsp:txXfrm rot="10800000">
        <a:off x="0" y="742"/>
        <a:ext cx="7393643" cy="10373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AAD73-4180-4B5B-9889-218C2658833C}">
      <dsp:nvSpPr>
        <dsp:cNvPr id="0" name=""/>
        <dsp:cNvSpPr/>
      </dsp:nvSpPr>
      <dsp:spPr>
        <a:xfrm>
          <a:off x="450071" y="458238"/>
          <a:ext cx="1338187" cy="1338187"/>
        </a:xfrm>
        <a:prstGeom prst="ellipse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A7BF3-F45B-4D86-B1E2-0C2193A4CC6F}">
      <dsp:nvSpPr>
        <dsp:cNvPr id="0" name=""/>
        <dsp:cNvSpPr/>
      </dsp:nvSpPr>
      <dsp:spPr>
        <a:xfrm>
          <a:off x="735258" y="743426"/>
          <a:ext cx="767812" cy="7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6428C-BCC3-4D9F-A17A-94842512467F}">
      <dsp:nvSpPr>
        <dsp:cNvPr id="0" name=""/>
        <dsp:cNvSpPr/>
      </dsp:nvSpPr>
      <dsp:spPr>
        <a:xfrm>
          <a:off x="22290" y="2213239"/>
          <a:ext cx="2193750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baseline="0" dirty="0"/>
            <a:t>$114,767/year</a:t>
          </a:r>
          <a:r>
            <a:rPr lang="en-US" sz="1400" kern="1200" baseline="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baseline="0" dirty="0"/>
            <a:t>(≈ $55.18/hour)</a:t>
          </a:r>
          <a:endParaRPr lang="en-US" sz="1400" kern="1200" dirty="0"/>
        </a:p>
      </dsp:txBody>
      <dsp:txXfrm>
        <a:off x="22290" y="2213239"/>
        <a:ext cx="2193750" cy="1530000"/>
      </dsp:txXfrm>
    </dsp:sp>
    <dsp:sp modelId="{74EFA3D9-84A3-4C31-936D-AD46FA409F9E}">
      <dsp:nvSpPr>
        <dsp:cNvPr id="0" name=""/>
        <dsp:cNvSpPr/>
      </dsp:nvSpPr>
      <dsp:spPr>
        <a:xfrm>
          <a:off x="3027727" y="458238"/>
          <a:ext cx="1338187" cy="1338187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B780C-3DFC-4CA9-BA4F-1CC019FCABD2}">
      <dsp:nvSpPr>
        <dsp:cNvPr id="0" name=""/>
        <dsp:cNvSpPr/>
      </dsp:nvSpPr>
      <dsp:spPr>
        <a:xfrm>
          <a:off x="3312915" y="743426"/>
          <a:ext cx="767812" cy="7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55165-85F1-4E0F-B0E5-59E4DD98E13E}">
      <dsp:nvSpPr>
        <dsp:cNvPr id="0" name=""/>
        <dsp:cNvSpPr/>
      </dsp:nvSpPr>
      <dsp:spPr>
        <a:xfrm>
          <a:off x="2599946" y="2213239"/>
          <a:ext cx="2193750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baseline="0" dirty="0"/>
            <a:t>Employment of lawyers projected to grow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baseline="0" dirty="0"/>
            <a:t>≈ +4% from 2024 to 2034</a:t>
          </a:r>
          <a:endParaRPr lang="en-US" sz="1400" b="1" kern="1200" dirty="0"/>
        </a:p>
      </dsp:txBody>
      <dsp:txXfrm>
        <a:off x="2599946" y="2213239"/>
        <a:ext cx="2193750" cy="1530000"/>
      </dsp:txXfrm>
    </dsp:sp>
    <dsp:sp modelId="{3467286C-2FE9-404A-93E4-322F45A5643B}">
      <dsp:nvSpPr>
        <dsp:cNvPr id="0" name=""/>
        <dsp:cNvSpPr/>
      </dsp:nvSpPr>
      <dsp:spPr>
        <a:xfrm>
          <a:off x="5605384" y="458238"/>
          <a:ext cx="1338187" cy="1338187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69CDB-F94D-4882-AC9A-86F7BA8FACC2}">
      <dsp:nvSpPr>
        <dsp:cNvPr id="0" name=""/>
        <dsp:cNvSpPr/>
      </dsp:nvSpPr>
      <dsp:spPr>
        <a:xfrm>
          <a:off x="5890571" y="743426"/>
          <a:ext cx="767812" cy="767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839BF-6CF1-4ECD-8651-FBCD3AD82E96}">
      <dsp:nvSpPr>
        <dsp:cNvPr id="0" name=""/>
        <dsp:cNvSpPr/>
      </dsp:nvSpPr>
      <dsp:spPr>
        <a:xfrm>
          <a:off x="5272292" y="2183449"/>
          <a:ext cx="2086374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i="0" kern="1200" baseline="0" dirty="0">
              <a:effectLst/>
            </a:rPr>
            <a:t>Law firms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i="0" kern="1200" baseline="0" dirty="0">
              <a:effectLst/>
            </a:rPr>
            <a:t>Corporations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i="0" kern="1200" baseline="0" dirty="0">
              <a:effectLst/>
            </a:rPr>
            <a:t>governments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i="0" kern="1200" baseline="0" dirty="0">
              <a:effectLst/>
            </a:rPr>
            <a:t>public Interest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i="0" kern="1200" baseline="0" dirty="0">
              <a:effectLst/>
            </a:rPr>
            <a:t>legal aid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i="0" kern="1200" baseline="0" dirty="0">
              <a:effectLst/>
            </a:rPr>
            <a:t> solo practice</a:t>
          </a:r>
          <a:endParaRPr lang="en-US" sz="1400" i="0" kern="1200" dirty="0">
            <a:effectLst/>
          </a:endParaRPr>
        </a:p>
      </dsp:txBody>
      <dsp:txXfrm>
        <a:off x="5272292" y="2183449"/>
        <a:ext cx="2086374" cy="153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F824E-9FCE-4B17-A9A4-5E7B377CDD89}">
      <dsp:nvSpPr>
        <dsp:cNvPr id="0" name=""/>
        <dsp:cNvSpPr/>
      </dsp:nvSpPr>
      <dsp:spPr>
        <a:xfrm>
          <a:off x="1328845" y="1685794"/>
          <a:ext cx="885290" cy="885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9D7131-60AB-49E0-B7D2-69EB116849D2}">
      <dsp:nvSpPr>
        <dsp:cNvPr id="0" name=""/>
        <dsp:cNvSpPr/>
      </dsp:nvSpPr>
      <dsp:spPr>
        <a:xfrm>
          <a:off x="1514758" y="1871710"/>
          <a:ext cx="513468" cy="513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bg2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7BE2C-C7FE-45FF-BD85-C5553363B4C1}">
      <dsp:nvSpPr>
        <dsp:cNvPr id="0" name=""/>
        <dsp:cNvSpPr/>
      </dsp:nvSpPr>
      <dsp:spPr>
        <a:xfrm>
          <a:off x="2310332" y="1623169"/>
          <a:ext cx="2691079" cy="885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Keep making significant connections and participate in organizations such as Pre-Law</a:t>
          </a:r>
          <a:endParaRPr lang="en-US" sz="1400" kern="1200" dirty="0"/>
        </a:p>
      </dsp:txBody>
      <dsp:txXfrm>
        <a:off x="2310332" y="1623169"/>
        <a:ext cx="2691079" cy="885290"/>
      </dsp:txXfrm>
    </dsp:sp>
    <dsp:sp modelId="{8716F561-E452-4C35-B101-EC71BB7F3072}">
      <dsp:nvSpPr>
        <dsp:cNvPr id="0" name=""/>
        <dsp:cNvSpPr/>
      </dsp:nvSpPr>
      <dsp:spPr>
        <a:xfrm>
          <a:off x="1874863" y="4207915"/>
          <a:ext cx="885290" cy="885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09F3A-E72B-4A52-A307-EE9A674A582E}">
      <dsp:nvSpPr>
        <dsp:cNvPr id="0" name=""/>
        <dsp:cNvSpPr/>
      </dsp:nvSpPr>
      <dsp:spPr>
        <a:xfrm>
          <a:off x="2053204" y="4393826"/>
          <a:ext cx="513468" cy="513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bg2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4908B-856F-4E26-823A-ECE1E74DB25C}">
      <dsp:nvSpPr>
        <dsp:cNvPr id="0" name=""/>
        <dsp:cNvSpPr/>
      </dsp:nvSpPr>
      <dsp:spPr>
        <a:xfrm>
          <a:off x="2938328" y="4183366"/>
          <a:ext cx="2330780" cy="885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Stay connected with St. Mary’s University, where I want to go to law school</a:t>
          </a:r>
          <a:endParaRPr lang="en-US" sz="1400" kern="1200" dirty="0"/>
        </a:p>
      </dsp:txBody>
      <dsp:txXfrm>
        <a:off x="2938328" y="4183366"/>
        <a:ext cx="2330780" cy="885290"/>
      </dsp:txXfrm>
    </dsp:sp>
    <dsp:sp modelId="{89EC567C-4E09-4385-98B3-114A6EC19063}">
      <dsp:nvSpPr>
        <dsp:cNvPr id="0" name=""/>
        <dsp:cNvSpPr/>
      </dsp:nvSpPr>
      <dsp:spPr>
        <a:xfrm>
          <a:off x="1531364" y="2946264"/>
          <a:ext cx="885290" cy="885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68EFD-467E-406D-A5D9-D79481348EA9}">
      <dsp:nvSpPr>
        <dsp:cNvPr id="0" name=""/>
        <dsp:cNvSpPr/>
      </dsp:nvSpPr>
      <dsp:spPr>
        <a:xfrm>
          <a:off x="1717275" y="3132175"/>
          <a:ext cx="513468" cy="513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solidFill>
            <a:schemeClr val="bg2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A18CC-04E5-46C6-BC93-89340421938B}">
      <dsp:nvSpPr>
        <dsp:cNvPr id="0" name=""/>
        <dsp:cNvSpPr/>
      </dsp:nvSpPr>
      <dsp:spPr>
        <a:xfrm>
          <a:off x="2647865" y="2927859"/>
          <a:ext cx="2421053" cy="885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Keep developing my communication skills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Strive for academic excellence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Keep my connection to my community and loved ones</a:t>
          </a:r>
          <a:endParaRPr lang="en-US" sz="1400" kern="1200" dirty="0"/>
        </a:p>
      </dsp:txBody>
      <dsp:txXfrm>
        <a:off x="2647865" y="2927859"/>
        <a:ext cx="2421053" cy="8852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11795-3872-4678-830F-87E69A211064}">
      <dsp:nvSpPr>
        <dsp:cNvPr id="0" name=""/>
        <dsp:cNvSpPr/>
      </dsp:nvSpPr>
      <dsp:spPr>
        <a:xfrm>
          <a:off x="0" y="0"/>
          <a:ext cx="6284596" cy="1260443"/>
        </a:xfrm>
        <a:prstGeom prst="roundRect">
          <a:avLst>
            <a:gd name="adj" fmla="val 10000"/>
          </a:avLst>
        </a:prstGeom>
        <a:solidFill>
          <a:schemeClr val="bg2">
            <a:lumMod val="60000"/>
            <a:lumOff val="4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Becoming an attorney seemed like a </a:t>
          </a:r>
          <a:r>
            <a:rPr lang="en-US" sz="1800" b="1" kern="1200" baseline="0" dirty="0"/>
            <a:t>daunting </a:t>
          </a:r>
          <a:r>
            <a:rPr lang="en-US" sz="1800" kern="1200" baseline="0" dirty="0"/>
            <a:t>concept</a:t>
          </a:r>
          <a:endParaRPr lang="en-US" sz="1800" kern="1200" dirty="0"/>
        </a:p>
      </dsp:txBody>
      <dsp:txXfrm>
        <a:off x="36917" y="36917"/>
        <a:ext cx="4924480" cy="1186609"/>
      </dsp:txXfrm>
    </dsp:sp>
    <dsp:sp modelId="{BCA44717-CCE4-4E12-A202-482DD5A64B90}">
      <dsp:nvSpPr>
        <dsp:cNvPr id="0" name=""/>
        <dsp:cNvSpPr/>
      </dsp:nvSpPr>
      <dsp:spPr>
        <a:xfrm>
          <a:off x="554523" y="1470517"/>
          <a:ext cx="6284596" cy="1260443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Knowing others such as Rudy manage to have a happy family life whilst doing what they love is </a:t>
          </a:r>
          <a:r>
            <a:rPr lang="en-US" sz="1800" i="0" u="sng" kern="1200" baseline="0" dirty="0"/>
            <a:t>reassuring</a:t>
          </a:r>
          <a:r>
            <a:rPr lang="en-US" sz="1800" kern="1200" baseline="0" dirty="0"/>
            <a:t> to say the least</a:t>
          </a:r>
          <a:endParaRPr lang="en-US" sz="1800" kern="1200" dirty="0"/>
        </a:p>
      </dsp:txBody>
      <dsp:txXfrm>
        <a:off x="591440" y="1507434"/>
        <a:ext cx="4836951" cy="1186609"/>
      </dsp:txXfrm>
    </dsp:sp>
    <dsp:sp modelId="{A3603FCC-CC96-43A5-9446-1FC088F28EE6}">
      <dsp:nvSpPr>
        <dsp:cNvPr id="0" name=""/>
        <dsp:cNvSpPr/>
      </dsp:nvSpPr>
      <dsp:spPr>
        <a:xfrm>
          <a:off x="1109046" y="2941034"/>
          <a:ext cx="6284596" cy="1260443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Although many skills are required, having the legal knowledge is essential in this age and country, something </a:t>
          </a:r>
          <a:r>
            <a:rPr lang="en-US" sz="1800" i="1" u="none" kern="1200" baseline="0" dirty="0"/>
            <a:t>I am willing to have</a:t>
          </a:r>
          <a:endParaRPr lang="en-US" sz="1800" i="1" u="none" kern="1200" dirty="0"/>
        </a:p>
      </dsp:txBody>
      <dsp:txXfrm>
        <a:off x="1145963" y="2977951"/>
        <a:ext cx="4836951" cy="1186609"/>
      </dsp:txXfrm>
    </dsp:sp>
    <dsp:sp modelId="{527D22AF-2AAC-4121-AEC3-8099B167D839}">
      <dsp:nvSpPr>
        <dsp:cNvPr id="0" name=""/>
        <dsp:cNvSpPr/>
      </dsp:nvSpPr>
      <dsp:spPr>
        <a:xfrm>
          <a:off x="5465308" y="955836"/>
          <a:ext cx="819288" cy="819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649648" y="955836"/>
        <a:ext cx="450608" cy="616514"/>
      </dsp:txXfrm>
    </dsp:sp>
    <dsp:sp modelId="{B5D43C86-97BD-4E81-A5D7-D3234E4CA032}">
      <dsp:nvSpPr>
        <dsp:cNvPr id="0" name=""/>
        <dsp:cNvSpPr/>
      </dsp:nvSpPr>
      <dsp:spPr>
        <a:xfrm>
          <a:off x="6019831" y="2417950"/>
          <a:ext cx="819288" cy="819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204171" y="2417950"/>
        <a:ext cx="450608" cy="616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5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8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2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6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6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6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4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7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75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ooh/legal/lawyers.htm" TargetMode="External"/><Relationship Id="rId2" Type="http://schemas.openxmlformats.org/officeDocument/2006/relationships/hyperlink" Target="https://www.ziprecruiter.com/Salaries/Employment-Law-Attorney-Salary--in-Texa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87150"/>
            <a:ext cx="7772400" cy="1470025"/>
          </a:xfrm>
        </p:spPr>
        <p:txBody>
          <a:bodyPr/>
          <a:lstStyle/>
          <a:p>
            <a:r>
              <a:rPr lang="en-US" b="1" dirty="0"/>
              <a:t>Political Science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08546"/>
            <a:ext cx="6400800" cy="1752600"/>
          </a:xfrm>
        </p:spPr>
        <p:txBody>
          <a:bodyPr/>
          <a:lstStyle/>
          <a:p>
            <a:r>
              <a:rPr lang="en-US" dirty="0"/>
              <a:t>Alessandro Cervantes</a:t>
            </a:r>
            <a:endParaRPr dirty="0"/>
          </a:p>
          <a:p>
            <a:r>
              <a:rPr lang="en-US" dirty="0"/>
              <a:t>UNIV 1201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EFCDCB-FF98-EBC2-BCBB-D5D443982BB2}"/>
              </a:ext>
            </a:extLst>
          </p:cNvPr>
          <p:cNvSpPr txBox="1">
            <a:spLocks/>
          </p:cNvSpPr>
          <p:nvPr/>
        </p:nvSpPr>
        <p:spPr>
          <a:xfrm>
            <a:off x="1174196" y="2756560"/>
            <a:ext cx="6478534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Is my major a safeguard or a life plan?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DA81-1548-D0FF-21D4-9E6B106C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/>
              <a:t>My Major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65E9-CB14-8F28-3F59-3A0F176E0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1933575"/>
            <a:ext cx="3301131" cy="42465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chose </a:t>
            </a:r>
            <a:r>
              <a:rPr lang="en-US" b="1" dirty="0"/>
              <a:t>Political Science </a:t>
            </a:r>
            <a:r>
              <a:rPr lang="en-US" dirty="0"/>
              <a:t>for my bachelor’s major</a:t>
            </a:r>
          </a:p>
          <a:p>
            <a:pPr marL="0" indent="0">
              <a:buNone/>
            </a:pPr>
            <a:r>
              <a:rPr lang="en-US" b="1" dirty="0"/>
              <a:t>Political Science </a:t>
            </a:r>
            <a:r>
              <a:rPr lang="en-US" dirty="0"/>
              <a:t>is one of the main majors to choose to go to law school one day and graduate as a newly licensed attorney</a:t>
            </a:r>
          </a:p>
          <a:p>
            <a:pPr marL="0" indent="0">
              <a:buNone/>
            </a:pPr>
            <a:r>
              <a:rPr lang="en-US" i="1" dirty="0"/>
              <a:t>I chose this as I want to become an attorney and be able to represent myself in court; to have the knowledge to traverse the complex legal system, and to attempt at having my own business non-related to law</a:t>
            </a:r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5BCE5C3B-7650-AB3E-3882-2F3ABEC4A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9" y="1950778"/>
            <a:ext cx="3605465" cy="3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/>
              <a:t>I Interviewed:</a:t>
            </a:r>
            <a:endParaRPr dirty="0"/>
          </a:p>
        </p:txBody>
      </p:sp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80CB177-35FD-C9F4-9DD5-D67EB8B70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5" r="15410" b="-5"/>
          <a:stretch>
            <a:fillRect/>
          </a:stretch>
        </p:blipFill>
        <p:spPr>
          <a:xfrm>
            <a:off x="5587376" y="1933575"/>
            <a:ext cx="2478466" cy="3639872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524DD-D3FB-DA57-B768-DEBEBF35E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851267"/>
              </p:ext>
            </p:extLst>
          </p:nvPr>
        </p:nvGraphicFramePr>
        <p:xfrm>
          <a:off x="946404" y="1933575"/>
          <a:ext cx="4237185" cy="4246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990" y="1350274"/>
            <a:ext cx="3926306" cy="1325562"/>
          </a:xfrm>
        </p:spPr>
        <p:txBody>
          <a:bodyPr>
            <a:normAutofit fontScale="90000"/>
          </a:bodyPr>
          <a:lstStyle/>
          <a:p>
            <a:r>
              <a:rPr lang="en-US" dirty="0"/>
              <a:t>Rudy Chose This Career Because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6BC15-45A6-EBFB-5ABB-387AAF8BB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870702"/>
              </p:ext>
            </p:extLst>
          </p:nvPr>
        </p:nvGraphicFramePr>
        <p:xfrm>
          <a:off x="946547" y="2326903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A6BA6684-6ADF-2A40-10F4-F4334D1CFA51}"/>
              </a:ext>
            </a:extLst>
          </p:cNvPr>
          <p:cNvSpPr txBox="1">
            <a:spLocks/>
          </p:cNvSpPr>
          <p:nvPr/>
        </p:nvSpPr>
        <p:spPr>
          <a:xfrm>
            <a:off x="4754296" y="1374855"/>
            <a:ext cx="3926306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 Chose This Major Because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42CA9F-91B1-9451-08DB-A82AAEB8C0BF}"/>
              </a:ext>
            </a:extLst>
          </p:cNvPr>
          <p:cNvCxnSpPr>
            <a:cxnSpLocks/>
          </p:cNvCxnSpPr>
          <p:nvPr/>
        </p:nvCxnSpPr>
        <p:spPr>
          <a:xfrm>
            <a:off x="4612683" y="73643"/>
            <a:ext cx="0" cy="672605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6378C3-EA41-4A0B-8144-97AF179E9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65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C575D-863A-449B-AA18-A22D2A84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7314" y="0"/>
            <a:ext cx="3873981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308" y="231323"/>
            <a:ext cx="3314306" cy="157809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Daily Responsibilities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0191" y="3172784"/>
            <a:ext cx="3586563" cy="3373767"/>
          </a:xfrm>
        </p:spPr>
        <p:txBody>
          <a:bodyPr anchor="ctr">
            <a:normAutofit lnSpcReduction="10000"/>
          </a:bodyPr>
          <a:lstStyle/>
          <a:p>
            <a:r>
              <a:rPr lang="fr-FR" dirty="0"/>
              <a:t>Although I, unlike Rudy, do not chose to one day become an attorney to represent others or work as a lawyer, I am aware of the possibility. </a:t>
            </a:r>
          </a:p>
          <a:p>
            <a:r>
              <a:rPr lang="fr-FR" dirty="0"/>
              <a:t>If my </a:t>
            </a:r>
            <a:r>
              <a:rPr lang="fr-FR" i="1" dirty="0"/>
              <a:t>Plan A</a:t>
            </a:r>
            <a:r>
              <a:rPr lang="fr-FR" dirty="0"/>
              <a:t> fails (having my own business), having a license for this profession would allow me to use it as a safeguard and stable job. Thanks to Rudy, I now know what to expect from this.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2A87A1-E008-492C-8D91-EA0B5488D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2C1482-4279-B220-9314-612DEA6CA43A}"/>
              </a:ext>
            </a:extLst>
          </p:cNvPr>
          <p:cNvSpPr txBox="1">
            <a:spLocks/>
          </p:cNvSpPr>
          <p:nvPr/>
        </p:nvSpPr>
        <p:spPr>
          <a:xfrm>
            <a:off x="1123308" y="1600764"/>
            <a:ext cx="3007297" cy="275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Rudy represents clients in various legal matters, coducts legal research, prepares and reviews legal documents, and advocate for others in court.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BB48A8-F954-085C-8916-FD8BB8EA5803}"/>
              </a:ext>
            </a:extLst>
          </p:cNvPr>
          <p:cNvSpPr txBox="1">
            <a:spLocks/>
          </p:cNvSpPr>
          <p:nvPr/>
        </p:nvSpPr>
        <p:spPr>
          <a:xfrm>
            <a:off x="4837516" y="1741913"/>
            <a:ext cx="3314306" cy="157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/>
              <a:t>What that means to 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US" sz="3400"/>
              <a:t>Enjoyment, Challenges, </a:t>
            </a:r>
            <a:br>
              <a:rPr lang="en-US" sz="3400"/>
            </a:br>
            <a:r>
              <a:rPr lang="en-US" sz="3400"/>
              <a:t>Work-Life Balance and Experiences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341B06-4000-A8DB-C0AB-1F7313470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552033"/>
              </p:ext>
            </p:extLst>
          </p:nvPr>
        </p:nvGraphicFramePr>
        <p:xfrm>
          <a:off x="946547" y="1691322"/>
          <a:ext cx="6589301" cy="4523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B17A08-364E-3B71-DAED-D5E3DFF0AF91}"/>
              </a:ext>
            </a:extLst>
          </p:cNvPr>
          <p:cNvCxnSpPr>
            <a:cxnSpLocks/>
          </p:cNvCxnSpPr>
          <p:nvPr/>
        </p:nvCxnSpPr>
        <p:spPr>
          <a:xfrm>
            <a:off x="2552955" y="5081364"/>
            <a:ext cx="492794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3239"/>
            <a:ext cx="4975717" cy="1325562"/>
          </a:xfrm>
        </p:spPr>
        <p:txBody>
          <a:bodyPr>
            <a:normAutofit/>
          </a:bodyPr>
          <a:lstStyle/>
          <a:p>
            <a:r>
              <a:rPr dirty="0"/>
              <a:t>Advice for Students Entering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196" y="644377"/>
            <a:ext cx="3588774" cy="2227698"/>
          </a:xfrm>
        </p:spPr>
        <p:txBody>
          <a:bodyPr/>
          <a:lstStyle/>
          <a:p>
            <a:r>
              <a:rPr lang="en-US" dirty="0"/>
              <a:t>Rudy’s advice for someone entering the field was, “</a:t>
            </a:r>
            <a:r>
              <a:rPr lang="en-US" i="1" dirty="0"/>
              <a:t>work hard, stay ethical, and stay connected to your community. Strive for excellence […] but never lose sight of the impact you can make</a:t>
            </a:r>
            <a:r>
              <a:rPr lang="en-US" dirty="0"/>
              <a:t>”</a:t>
            </a:r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9ADE4A-FF0C-AA7D-6569-39A0C72D02A1}"/>
              </a:ext>
            </a:extLst>
          </p:cNvPr>
          <p:cNvSpPr txBox="1">
            <a:spLocks/>
          </p:cNvSpPr>
          <p:nvPr/>
        </p:nvSpPr>
        <p:spPr>
          <a:xfrm>
            <a:off x="72620" y="3212675"/>
            <a:ext cx="4975717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My Reflection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6C0142-D676-BE85-82CB-C170F5347BF5}"/>
              </a:ext>
            </a:extLst>
          </p:cNvPr>
          <p:cNvSpPr txBox="1">
            <a:spLocks/>
          </p:cNvSpPr>
          <p:nvPr/>
        </p:nvSpPr>
        <p:spPr>
          <a:xfrm>
            <a:off x="4702196" y="3985926"/>
            <a:ext cx="3588774" cy="25498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I strive for excellence through my academic journey, I want to keep my ethics, my motivation, and my bonds to my community and to the people close to me</a:t>
            </a:r>
          </a:p>
          <a:p>
            <a:r>
              <a:rPr lang="en-US" dirty="0"/>
              <a:t>Although it sounds complicated to do with such a sophisticated career, I too strive for all this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46B676-4033-8943-9887-0E51190C9330}"/>
              </a:ext>
            </a:extLst>
          </p:cNvPr>
          <p:cNvCxnSpPr>
            <a:cxnSpLocks/>
          </p:cNvCxnSpPr>
          <p:nvPr/>
        </p:nvCxnSpPr>
        <p:spPr>
          <a:xfrm>
            <a:off x="72620" y="3338480"/>
            <a:ext cx="8267444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rPr lang="en-US" dirty="0"/>
              <a:t>What I need to succeed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B86E24-7F1E-594F-F4A1-D323B5BCF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725919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1C071-175D-3785-D7C3-1F8F5583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rPr lang="en-US" dirty="0"/>
              <a:t>Salary, Employment Rate, and Work Setting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4D39BE2-7C57-7305-3E8D-B668B21A8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6810760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1593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</a:t>
            </a:r>
            <a:r>
              <a:rPr dirty="0"/>
              <a:t>Action Plan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08E02B0-617A-58FC-8F53-BBF747666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849569"/>
              </p:ext>
            </p:extLst>
          </p:nvPr>
        </p:nvGraphicFramePr>
        <p:xfrm>
          <a:off x="201136" y="1028541"/>
          <a:ext cx="10174006" cy="5517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D9CFCB-0002-8B02-CF3D-9919EA5897D2}"/>
              </a:ext>
            </a:extLst>
          </p:cNvPr>
          <p:cNvSpPr txBox="1">
            <a:spLocks/>
          </p:cNvSpPr>
          <p:nvPr/>
        </p:nvSpPr>
        <p:spPr>
          <a:xfrm>
            <a:off x="201136" y="1846190"/>
            <a:ext cx="7678659" cy="933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I am already sure of my decision, which is why now is the time to 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rPr dirty="0"/>
              <a:t>Takeaway from the Interview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9B18F0-5B04-4579-C623-8EDA8B096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061147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dirty="0"/>
              <a:t>Final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933575"/>
            <a:ext cx="3711513" cy="4246562"/>
          </a:xfrm>
        </p:spPr>
        <p:txBody>
          <a:bodyPr>
            <a:normAutofit/>
          </a:bodyPr>
          <a:lstStyle/>
          <a:p>
            <a:r>
              <a:rPr lang="en-US" dirty="0"/>
              <a:t>I find myself more convinced than ever before that </a:t>
            </a:r>
            <a:r>
              <a:rPr lang="en-US" b="1" dirty="0"/>
              <a:t>Political Science</a:t>
            </a:r>
            <a:r>
              <a:rPr lang="en-US" dirty="0"/>
              <a:t> is the major for me</a:t>
            </a:r>
          </a:p>
          <a:p>
            <a:r>
              <a:rPr lang="en-US" dirty="0"/>
              <a:t>I will treat my attorney license as a safeguard rather than a life plan and will try my absolute best to have my own business</a:t>
            </a:r>
          </a:p>
          <a:p>
            <a:r>
              <a:rPr lang="en-US" dirty="0"/>
              <a:t>I will start building that future from now, I will work hard to develop the skills a good lawyer should have, and </a:t>
            </a:r>
            <a:r>
              <a:rPr lang="en-US" i="1" dirty="0"/>
              <a:t>I will keep my dream life in sight</a:t>
            </a:r>
            <a:endParaRPr i="1" dirty="0"/>
          </a:p>
        </p:txBody>
      </p:sp>
      <p:pic>
        <p:nvPicPr>
          <p:cNvPr id="7" name="Graphic 6" descr="History">
            <a:extLst>
              <a:ext uri="{FF2B5EF4-FFF2-40B4-BE49-F238E27FC236}">
                <a16:creationId xmlns:a16="http://schemas.microsoft.com/office/drawing/2014/main" id="{139906AB-BDA2-9E21-136B-715CB9276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9" y="1950778"/>
            <a:ext cx="3605465" cy="36054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19" y="283527"/>
            <a:ext cx="7269480" cy="1325562"/>
          </a:xfrm>
        </p:spPr>
        <p:txBody>
          <a:bodyPr/>
          <a:lstStyle/>
          <a:p>
            <a:pPr algn="ctr"/>
            <a:r>
              <a:rPr dirty="0"/>
              <a:t>Reference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79" y="1853350"/>
            <a:ext cx="7430482" cy="151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ZipRecruiter. (2025, October). </a:t>
            </a:r>
            <a:r>
              <a:rPr lang="en-US" sz="1400" i="1" dirty="0"/>
              <a:t>Employment law attorney salary in Texas</a:t>
            </a:r>
            <a:r>
              <a:rPr lang="en-US" sz="1400" dirty="0"/>
              <a:t>. ZipRecruiter. </a:t>
            </a: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https://www.ziprecruiter.com/Salaries/Employment-Law-Attorney-Salary--in-Texas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/>
              <a:t>U.S. Bureau of Labor Statistics. (2024, May). </a:t>
            </a:r>
            <a:r>
              <a:rPr lang="en-US" sz="1400" i="1" dirty="0"/>
              <a:t>Lawyers: Occupational outlook handbook</a:t>
            </a:r>
            <a:r>
              <a:rPr lang="en-US" sz="1400" dirty="0"/>
              <a:t>. U.S. Department of Labor.                       </a:t>
            </a: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https://www.bls.gov/ooh/legal/lawyers.htm</a:t>
            </a: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118</TotalTime>
  <Words>884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Political Science</vt:lpstr>
      <vt:lpstr>My Major</vt:lpstr>
      <vt:lpstr>I Interviewed:</vt:lpstr>
      <vt:lpstr>Rudy Chose This Career Because</vt:lpstr>
      <vt:lpstr>Daily Responsibilities &amp; Roles</vt:lpstr>
      <vt:lpstr>Enjoyment, Challenges,  Work-Life Balance and Experiences</vt:lpstr>
      <vt:lpstr>Advice for Students Entering the Field</vt:lpstr>
      <vt:lpstr>What I need to succeed</vt:lpstr>
      <vt:lpstr>Salary, Employment Rate, and Work Setting</vt:lpstr>
      <vt:lpstr>My Action Plan</vt:lpstr>
      <vt:lpstr>Takeaway from the Interview</vt:lpstr>
      <vt:lpstr>Final Thoughts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Joab Cervantes</dc:creator>
  <cp:keywords/>
  <dc:description>generated using python-pptx</dc:description>
  <cp:lastModifiedBy>Joab Cervantes</cp:lastModifiedBy>
  <cp:revision>3</cp:revision>
  <dcterms:created xsi:type="dcterms:W3CDTF">2013-01-27T09:14:16Z</dcterms:created>
  <dcterms:modified xsi:type="dcterms:W3CDTF">2025-11-10T05:05:22Z</dcterms:modified>
  <cp:category/>
</cp:coreProperties>
</file>